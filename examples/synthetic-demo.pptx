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deb5d28a84bd4" /><Relationship Type="http://schemas.openxmlformats.org/officeDocument/2006/relationships/extended-properties" Target="/docProps/app.xml" Id="R58539a8e22144571" /><Relationship Type="http://schemas.openxmlformats.org/officeDocument/2006/relationships/officeDocument" Target="/ppt/presentation.xml" Id="R0a284e0c202a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75b58fef94099"/>
  </p:sldMasterIdLst>
  <p:notesMasterIdLst>
    <p:notesMasterId xmlns:r="http://schemas.openxmlformats.org/officeDocument/2006/relationships" r:id="R03fff107094e49b1"/>
  </p:notesMasterIdLst>
  <p:sldIdLst>
    <p:sldId xmlns:r="http://schemas.openxmlformats.org/officeDocument/2006/relationships" id="256" r:id="R2606dbafa4be4bba"/>
    <p:sldId xmlns:r="http://schemas.openxmlformats.org/officeDocument/2006/relationships" id="257" r:id="R45f13939373b41f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96564f11e4b02" /><Relationship Type="http://schemas.openxmlformats.org/officeDocument/2006/relationships/slideMaster" Target="/ppt/slideMasters/slideMaster1.xml" Id="Re1f75b58fef94099" /><Relationship Type="http://schemas.openxmlformats.org/officeDocument/2006/relationships/notesMaster" Target="/ppt/notesMasters/notesMaster1.xml" Id="R03fff107094e49b1" /><Relationship Type="http://schemas.openxmlformats.org/officeDocument/2006/relationships/presProps" Target="/ppt/presProps.xml" Id="R18cb5aa2709b4099" /><Relationship Type="http://schemas.openxmlformats.org/officeDocument/2006/relationships/tableStyles" Target="/ppt/tableStyles.xml" Id="Rfe7b6bbd846046ab" /><Relationship Type="http://schemas.openxmlformats.org/officeDocument/2006/relationships/slide" Target="/ppt/slides/slide1.xml" Id="R2606dbafa4be4bba" /><Relationship Type="http://schemas.openxmlformats.org/officeDocument/2006/relationships/slide" Target="/ppt/slides/slide2.xml" Id="R45f13939373b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588c120d0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930427658d49bb" /><Relationship Type="http://schemas.openxmlformats.org/officeDocument/2006/relationships/notesMaster" Target="/ppt/notesMasters/notesMaster1.xml" Id="R8de5ae8a6a28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bbb7cf542b4c04" /><Relationship Type="http://schemas.openxmlformats.org/officeDocument/2006/relationships/notesMaster" Target="/ppt/notesMasters/notesMaster1.xml" Id="R666d82e5bbf6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80a3960cf4a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0dac0f36e4f5e" /><Relationship Type="http://schemas.openxmlformats.org/officeDocument/2006/relationships/slideLayout" Target="/ppt/slideLayouts/slideLayout1.xml" Id="R2f0803a4e701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803a4e701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517aa2f3b49c9" /><Relationship Type="http://schemas.openxmlformats.org/officeDocument/2006/relationships/notesSlide" Target="/ppt/notesSlides/notesSlide1.xml" Id="R46d34332eab443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1c99b2a644fef" /><Relationship Type="http://schemas.openxmlformats.org/officeDocument/2006/relationships/image" Target="/ppt/media/image.png" Id="Rc7f770d10511414a" /><Relationship Type="http://schemas.openxmlformats.org/officeDocument/2006/relationships/notesSlide" Target="/ppt/notesSlides/notesSlide2.xml" Id="Ra56df8fa068f4c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_001">
            <a:extLst xmlns:a="http://schemas.openxmlformats.org/drawingml/2006/main">
              <a:ext uri="{FF2B5EF4-FFF2-40B4-BE49-F238E27FC236}">
                <a16:creationId xmlns:a16="http://schemas.microsoft.com/office/drawing/2014/main" id="{7E85914C-D0D5-4123-A284-EAB43A5F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Scientific mechanism reconstruction smoke test</a:t>
            </a:r>
          </a:p>
        </p:txBody>
      </p:sp>
      <p:sp>
        <p:nvSpPr>
          <p:cNvPr id="2" name="region_001">
            <a:extLst xmlns:a="http://schemas.openxmlformats.org/drawingml/2006/main">
              <a:ext uri="{FF2B5EF4-FFF2-40B4-BE49-F238E27FC236}">
                <a16:creationId xmlns:a16="http://schemas.microsoft.com/office/drawing/2014/main" id="{D3A144E9-61AC-4CC6-A733-3C994AC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7524750" cy="31432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dash"/>
          </a:ln>
        </p:spPr>
      </p:sp>
      <p:sp>
        <p:nvSpPr>
          <p:cNvPr id="3" name="node_001">
            <a:extLst xmlns:a="http://schemas.openxmlformats.org/drawingml/2006/main">
              <a:ext uri="{FF2B5EF4-FFF2-40B4-BE49-F238E27FC236}">
                <a16:creationId xmlns:a16="http://schemas.microsoft.com/office/drawing/2014/main" id="{551E68D1-EA9E-43CD-8D66-8E46DCA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284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 signal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x(t)</a:t>
            </a:r>
          </a:p>
        </p:txBody>
      </p:sp>
      <p:sp>
        <p:nvSpPr>
          <p:cNvPr id="4" name="node_002">
            <a:extLst xmlns:a="http://schemas.openxmlformats.org/drawingml/2006/main">
              <a:ext uri="{FF2B5EF4-FFF2-40B4-BE49-F238E27FC236}">
                <a16:creationId xmlns:a16="http://schemas.microsoft.com/office/drawing/2014/main" id="{2475719F-6000-421D-884E-98C071E3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Feature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extraction</a:t>
            </a:r>
          </a:p>
        </p:txBody>
      </p:sp>
      <p:sp>
        <p:nvSpPr>
          <p:cNvPr id="5" name="node_003">
            <a:extLst xmlns:a="http://schemas.openxmlformats.org/drawingml/2006/main">
              <a:ext uri="{FF2B5EF4-FFF2-40B4-BE49-F238E27FC236}">
                <a16:creationId xmlns:a16="http://schemas.microsoft.com/office/drawing/2014/main" id="{0988C964-5D3D-415C-9187-F108B7C3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52625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State update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Rₖᶦ → Ωᶦ⁺¹</a:t>
            </a:r>
          </a:p>
        </p:txBody>
      </p:sp>
      <p:sp>
        <p:nvSpPr>
          <p:cNvPr id="6" name="node_004">
            <a:extLst xmlns:a="http://schemas.openxmlformats.org/drawingml/2006/main">
              <a:ext uri="{FF2B5EF4-FFF2-40B4-BE49-F238E27FC236}">
                <a16:creationId xmlns:a16="http://schemas.microsoft.com/office/drawing/2014/main" id="{30A8B2A0-F869-4B78-93CE-943481A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Decision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y = f(Ω)</a:t>
            </a:r>
          </a:p>
        </p:txBody>
      </p:sp>
      <p:cxnSp>
        <p:nvCxnSpPr>
          <p:cNvPr id="17" name="edge_001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33625" y="2390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  <a:tailEnd type="triangle" w="sm" len="sm"/>
          </a:ln>
        </p:spPr>
      </p:cxnSp>
      <p:cxnSp>
        <p:nvCxnSpPr>
          <p:cNvPr id="18" name="edge_002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38625" y="2390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  <a:tailEnd type="triangle" w="sm" len="sm"/>
          </a:ln>
        </p:spPr>
      </p:cxnSp>
      <p:cxnSp>
        <p:nvCxnSpPr>
          <p:cNvPr id="19" name="edge_003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43625" y="2390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  <a:tailEnd type="triangle" w="sm" len="sm"/>
          </a:ln>
        </p:spPr>
      </p:cxnSp>
      <p:sp>
        <p:nvSpPr>
          <p:cNvPr id="10" name="note_001">
            <a:extLst xmlns:a="http://schemas.openxmlformats.org/drawingml/2006/main">
              <a:ext uri="{FF2B5EF4-FFF2-40B4-BE49-F238E27FC236}">
                <a16:creationId xmlns:a16="http://schemas.microsoft.com/office/drawing/2014/main" id="{EDB1E4AB-06EF-4D4F-AAC0-A4DB775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Native shapes • live text • attached connectors • formula-bearing label</a:t>
            </a:r>
          </a:p>
        </p:txBody>
      </p:sp>
    </p:spTree>
    <p:extLst>
      <p:ext uri="{BB962C8B-B14F-4D97-AF65-F5344CB8AC3E}">
        <p14:creationId xmlns:p14="http://schemas.microsoft.com/office/powerpoint/2010/main" val="2061923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770d10511414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9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2026-08-08T09:46:45.8500000Z</dcterms:created>
  <dcterms:modified xsi:type="dcterms:W3CDTF">2026-08-08T09:46:45.8500000Z</dcterms:modified>
</coreProperties>
</file>