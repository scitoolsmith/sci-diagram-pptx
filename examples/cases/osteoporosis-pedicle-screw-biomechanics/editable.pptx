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d51fbf99f34e8c" /><Relationship Type="http://schemas.openxmlformats.org/officeDocument/2006/relationships/extended-properties" Target="/docProps/app.xml" Id="Rea7b1260b9484c5a" /><Relationship Type="http://schemas.openxmlformats.org/officeDocument/2006/relationships/officeDocument" Target="/ppt/presentation.xml" Id="R496a93d278e7481e" /></Relationships>
</file>

<file path=ppt/presentation.xml><?xml version="1.0" encoding="utf-8"?>
<p:presentation xmlns:p="http://schemas.openxmlformats.org/presentationml/2006/main">
  <p:sldMasterIdLst>
    <p:sldMasterId xmlns:r="http://schemas.openxmlformats.org/officeDocument/2006/relationships" id="2147483648" r:id="R1ed48d0917b24125"/>
  </p:sldMasterIdLst>
  <p:notesMasterIdLst>
    <p:notesMasterId xmlns:r="http://schemas.openxmlformats.org/officeDocument/2006/relationships" r:id="Rbf555621e47d4f1a"/>
  </p:notesMasterIdLst>
  <p:sldIdLst>
    <p:sldId xmlns:r="http://schemas.openxmlformats.org/officeDocument/2006/relationships" id="256" r:id="Rdf63369d37f14e59"/>
  </p:sldIdLst>
  <p:sldSz cx="9934575" cy="143637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6f9c73f7f64555" /><Relationship Type="http://schemas.openxmlformats.org/officeDocument/2006/relationships/slideMaster" Target="/ppt/slideMasters/slideMaster1.xml" Id="R1ed48d0917b24125" /><Relationship Type="http://schemas.openxmlformats.org/officeDocument/2006/relationships/notesMaster" Target="/ppt/notesMasters/notesMaster1.xml" Id="Rbf555621e47d4f1a" /><Relationship Type="http://schemas.openxmlformats.org/officeDocument/2006/relationships/presProps" Target="/ppt/presProps.xml" Id="R5e9edd3f1c084f95" /><Relationship Type="http://schemas.openxmlformats.org/officeDocument/2006/relationships/tableStyles" Target="/ppt/tableStyles.xml" Id="R032be30a35014d31" /><Relationship Type="http://schemas.openxmlformats.org/officeDocument/2006/relationships/slide" Target="/ppt/slides/slide1.xml" Id="Rdf63369d37f14e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0416e9512a4f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e2c865ceb648f0" /><Relationship Type="http://schemas.openxmlformats.org/officeDocument/2006/relationships/notesMaster" Target="/ppt/notesMasters/notesMaster1.xml" Id="R639edac6b9a746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2b8d932d7848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385289ea6c452b" /><Relationship Type="http://schemas.openxmlformats.org/officeDocument/2006/relationships/slideLayout" Target="/ppt/slideLayouts/slideLayout1.xml" Id="R09003117432b48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003117432b48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8cf23c47a84311" /><Relationship Type="http://schemas.openxmlformats.org/officeDocument/2006/relationships/notesSlide" Target="/ppt/notesSlides/notesSlide1.xml" Id="Rfa35c2e0e9d84783" /></Relationships>
</file>

<file path=ppt/slides/slide1.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75" name="section_1_frame">
            <a:extLst xmlns:a="http://schemas.openxmlformats.org/drawingml/2006/main">
              <a:ext uri="{FF2B5EF4-FFF2-40B4-BE49-F238E27FC236}">
                <a16:creationId xmlns:a16="http://schemas.microsoft.com/office/drawing/2014/main" id="{FA9DEE79-D499-453F-9714-973D503D2B95}"/>
              </a:ext>
            </a:extLst>
          </p:cNvPr>
          <p:cNvSpPr>
            <a:spLocks xmlns:a="http://schemas.openxmlformats.org/drawingml/2006/main" noGrp="1"/>
          </p:cNvSpPr>
          <p:nvPr/>
        </p:nvSpPr>
        <p:spPr>
          <a:xfrm xmlns:a="http://schemas.openxmlformats.org/drawingml/2006/main">
            <a:off x="695325" y="771525"/>
            <a:ext cx="8877300" cy="2743200"/>
          </a:xfrm>
          <a:prstGeom xmlns:a="http://schemas.openxmlformats.org/drawingml/2006/main" prst="roundRect">
            <a:avLst>
              <a:gd name="adj" fmla="val 3472"/>
            </a:avLst>
          </a:prstGeom>
          <a:noFill xmlns:a="http://schemas.openxmlformats.org/drawingml/2006/main"/>
          <a:ln xmlns:a="http://schemas.openxmlformats.org/drawingml/2006/main" w="13811">
            <a:solidFill>
              <a:srgbClr val="171717"/>
            </a:solidFill>
            <a:prstDash val="dash"/>
          </a:ln>
        </p:spPr>
      </p:sp>
      <p:sp>
        <p:nvSpPr>
          <p:cNvPr id="2" name="section_2_frame">
            <a:extLst xmlns:a="http://schemas.openxmlformats.org/drawingml/2006/main">
              <a:ext uri="{FF2B5EF4-FFF2-40B4-BE49-F238E27FC236}">
                <a16:creationId xmlns:a16="http://schemas.microsoft.com/office/drawing/2014/main" id="{33FDAD90-A4BF-41B2-AE21-F84EBD1C3C42}"/>
              </a:ext>
            </a:extLst>
          </p:cNvPr>
          <p:cNvSpPr>
            <a:spLocks xmlns:a="http://schemas.openxmlformats.org/drawingml/2006/main" noGrp="1"/>
          </p:cNvSpPr>
          <p:nvPr/>
        </p:nvSpPr>
        <p:spPr>
          <a:xfrm xmlns:a="http://schemas.openxmlformats.org/drawingml/2006/main">
            <a:off x="695325" y="3581400"/>
            <a:ext cx="8877300" cy="3990975"/>
          </a:xfrm>
          <a:prstGeom xmlns:a="http://schemas.openxmlformats.org/drawingml/2006/main" prst="roundRect">
            <a:avLst>
              <a:gd name="adj" fmla="val 2387"/>
            </a:avLst>
          </a:prstGeom>
          <a:noFill xmlns:a="http://schemas.openxmlformats.org/drawingml/2006/main"/>
          <a:ln xmlns:a="http://schemas.openxmlformats.org/drawingml/2006/main" w="13811">
            <a:solidFill>
              <a:srgbClr val="171717"/>
            </a:solidFill>
            <a:prstDash val="dash"/>
          </a:ln>
        </p:spPr>
      </p:sp>
      <p:sp>
        <p:nvSpPr>
          <p:cNvPr id="3" name="section_3_frame">
            <a:extLst xmlns:a="http://schemas.openxmlformats.org/drawingml/2006/main">
              <a:ext uri="{FF2B5EF4-FFF2-40B4-BE49-F238E27FC236}">
                <a16:creationId xmlns:a16="http://schemas.microsoft.com/office/drawing/2014/main" id="{17785EC9-96DA-4B2E-A823-7A8EC1B4E681}"/>
              </a:ext>
            </a:extLst>
          </p:cNvPr>
          <p:cNvSpPr>
            <a:spLocks xmlns:a="http://schemas.openxmlformats.org/drawingml/2006/main" noGrp="1"/>
          </p:cNvSpPr>
          <p:nvPr/>
        </p:nvSpPr>
        <p:spPr>
          <a:xfrm xmlns:a="http://schemas.openxmlformats.org/drawingml/2006/main">
            <a:off x="685800" y="7629525"/>
            <a:ext cx="8886825" cy="3600450"/>
          </a:xfrm>
          <a:prstGeom xmlns:a="http://schemas.openxmlformats.org/drawingml/2006/main" prst="roundRect">
            <a:avLst>
              <a:gd name="adj" fmla="val 2646"/>
            </a:avLst>
          </a:prstGeom>
          <a:noFill xmlns:a="http://schemas.openxmlformats.org/drawingml/2006/main"/>
          <a:ln xmlns:a="http://schemas.openxmlformats.org/drawingml/2006/main" w="13811">
            <a:solidFill>
              <a:srgbClr val="171717"/>
            </a:solidFill>
            <a:prstDash val="dash"/>
          </a:ln>
        </p:spPr>
      </p:sp>
      <p:sp>
        <p:nvSpPr>
          <p:cNvPr id="4" name="section_4_frame">
            <a:extLst xmlns:a="http://schemas.openxmlformats.org/drawingml/2006/main">
              <a:ext uri="{FF2B5EF4-FFF2-40B4-BE49-F238E27FC236}">
                <a16:creationId xmlns:a16="http://schemas.microsoft.com/office/drawing/2014/main" id="{CD2E4A37-0CE3-44B7-A857-1022E8B76432}"/>
              </a:ext>
            </a:extLst>
          </p:cNvPr>
          <p:cNvSpPr>
            <a:spLocks xmlns:a="http://schemas.openxmlformats.org/drawingml/2006/main" noGrp="1"/>
          </p:cNvSpPr>
          <p:nvPr/>
        </p:nvSpPr>
        <p:spPr>
          <a:xfrm xmlns:a="http://schemas.openxmlformats.org/drawingml/2006/main">
            <a:off x="685800" y="11334750"/>
            <a:ext cx="8886825" cy="2638425"/>
          </a:xfrm>
          <a:prstGeom xmlns:a="http://schemas.openxmlformats.org/drawingml/2006/main" prst="roundRect">
            <a:avLst>
              <a:gd name="adj" fmla="val 3610"/>
            </a:avLst>
          </a:prstGeom>
          <a:noFill xmlns:a="http://schemas.openxmlformats.org/drawingml/2006/main"/>
          <a:ln xmlns:a="http://schemas.openxmlformats.org/drawingml/2006/main" w="13811">
            <a:solidFill>
              <a:srgbClr val="171717"/>
            </a:solidFill>
            <a:prstDash val="dash"/>
          </a:ln>
        </p:spPr>
      </p:sp>
      <p:sp>
        <p:nvSpPr>
          <p:cNvPr id="5" name="p11_frame">
            <a:extLst xmlns:a="http://schemas.openxmlformats.org/drawingml/2006/main">
              <a:ext uri="{FF2B5EF4-FFF2-40B4-BE49-F238E27FC236}">
                <a16:creationId xmlns:a16="http://schemas.microsoft.com/office/drawing/2014/main" id="{1F86B71B-9E5D-449F-8117-61F257A8215E}"/>
              </a:ext>
            </a:extLst>
          </p:cNvPr>
          <p:cNvSpPr>
            <a:spLocks xmlns:a="http://schemas.openxmlformats.org/drawingml/2006/main" noGrp="1"/>
          </p:cNvSpPr>
          <p:nvPr/>
        </p:nvSpPr>
        <p:spPr>
          <a:xfrm xmlns:a="http://schemas.openxmlformats.org/drawingml/2006/main">
            <a:off x="790575" y="847725"/>
            <a:ext cx="3190875" cy="2543175"/>
          </a:xfrm>
          <a:prstGeom xmlns:a="http://schemas.openxmlformats.org/drawingml/2006/main" prst="roundRect">
            <a:avLst>
              <a:gd name="adj" fmla="val 2996"/>
            </a:avLst>
          </a:prstGeom>
          <a:solidFill xmlns:a="http://schemas.openxmlformats.org/drawingml/2006/main">
            <a:srgbClr val="FFFFFF"/>
          </a:solidFill>
          <a:ln xmlns:a="http://schemas.openxmlformats.org/drawingml/2006/main" w="14764">
            <a:solidFill>
              <a:srgbClr val="171717"/>
            </a:solidFill>
            <a:prstDash val="solid"/>
          </a:ln>
        </p:spPr>
      </p:sp>
      <p:sp>
        <p:nvSpPr>
          <p:cNvPr id="6" name="p12_frame">
            <a:extLst xmlns:a="http://schemas.openxmlformats.org/drawingml/2006/main">
              <a:ext uri="{FF2B5EF4-FFF2-40B4-BE49-F238E27FC236}">
                <a16:creationId xmlns:a16="http://schemas.microsoft.com/office/drawing/2014/main" id="{844CA56D-2060-408D-A69F-40EFC4B79C1A}"/>
              </a:ext>
            </a:extLst>
          </p:cNvPr>
          <p:cNvSpPr>
            <a:spLocks xmlns:a="http://schemas.openxmlformats.org/drawingml/2006/main" noGrp="1"/>
          </p:cNvSpPr>
          <p:nvPr/>
        </p:nvSpPr>
        <p:spPr>
          <a:xfrm xmlns:a="http://schemas.openxmlformats.org/drawingml/2006/main">
            <a:off x="4057650" y="847725"/>
            <a:ext cx="3571875" cy="2543175"/>
          </a:xfrm>
          <a:prstGeom xmlns:a="http://schemas.openxmlformats.org/drawingml/2006/main" prst="roundRect">
            <a:avLst>
              <a:gd name="adj" fmla="val 2996"/>
            </a:avLst>
          </a:prstGeom>
          <a:solidFill xmlns:a="http://schemas.openxmlformats.org/drawingml/2006/main">
            <a:srgbClr val="FFFFFF"/>
          </a:solidFill>
          <a:ln xmlns:a="http://schemas.openxmlformats.org/drawingml/2006/main" w="14764">
            <a:solidFill>
              <a:srgbClr val="171717"/>
            </a:solidFill>
            <a:prstDash val="solid"/>
          </a:ln>
        </p:spPr>
      </p:sp>
      <p:sp>
        <p:nvSpPr>
          <p:cNvPr id="7" name="p13_frame">
            <a:extLst xmlns:a="http://schemas.openxmlformats.org/drawingml/2006/main">
              <a:ext uri="{FF2B5EF4-FFF2-40B4-BE49-F238E27FC236}">
                <a16:creationId xmlns:a16="http://schemas.microsoft.com/office/drawing/2014/main" id="{A02803FE-3218-49E9-ACE4-8D4A42F62A43}"/>
              </a:ext>
            </a:extLst>
          </p:cNvPr>
          <p:cNvSpPr>
            <a:spLocks xmlns:a="http://schemas.openxmlformats.org/drawingml/2006/main" noGrp="1"/>
          </p:cNvSpPr>
          <p:nvPr/>
        </p:nvSpPr>
        <p:spPr>
          <a:xfrm xmlns:a="http://schemas.openxmlformats.org/drawingml/2006/main">
            <a:off x="7696200" y="847725"/>
            <a:ext cx="1771650" cy="2543175"/>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4764">
            <a:solidFill>
              <a:srgbClr val="171717"/>
            </a:solidFill>
            <a:prstDash val="solid"/>
          </a:ln>
        </p:spPr>
      </p:sp>
      <p:sp>
        <p:nvSpPr>
          <p:cNvPr id="8" name="p21_frame">
            <a:extLst xmlns:a="http://schemas.openxmlformats.org/drawingml/2006/main">
              <a:ext uri="{FF2B5EF4-FFF2-40B4-BE49-F238E27FC236}">
                <a16:creationId xmlns:a16="http://schemas.microsoft.com/office/drawing/2014/main" id="{2AFBE59D-6890-407B-AAA6-E47506335A5A}"/>
              </a:ext>
            </a:extLst>
          </p:cNvPr>
          <p:cNvSpPr>
            <a:spLocks xmlns:a="http://schemas.openxmlformats.org/drawingml/2006/main" noGrp="1"/>
          </p:cNvSpPr>
          <p:nvPr/>
        </p:nvSpPr>
        <p:spPr>
          <a:xfrm xmlns:a="http://schemas.openxmlformats.org/drawingml/2006/main">
            <a:off x="790575" y="3686175"/>
            <a:ext cx="3143250" cy="37623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4764">
            <a:solidFill>
              <a:srgbClr val="171717"/>
            </a:solidFill>
            <a:prstDash val="solid"/>
          </a:ln>
        </p:spPr>
      </p:sp>
      <p:sp>
        <p:nvSpPr>
          <p:cNvPr id="9" name="p22_frame">
            <a:extLst xmlns:a="http://schemas.openxmlformats.org/drawingml/2006/main">
              <a:ext uri="{FF2B5EF4-FFF2-40B4-BE49-F238E27FC236}">
                <a16:creationId xmlns:a16="http://schemas.microsoft.com/office/drawing/2014/main" id="{5E4D2489-F2E2-459E-999B-BC4ED7250B7D}"/>
              </a:ext>
            </a:extLst>
          </p:cNvPr>
          <p:cNvSpPr>
            <a:spLocks xmlns:a="http://schemas.openxmlformats.org/drawingml/2006/main" noGrp="1"/>
          </p:cNvSpPr>
          <p:nvPr/>
        </p:nvSpPr>
        <p:spPr>
          <a:xfrm xmlns:a="http://schemas.openxmlformats.org/drawingml/2006/main">
            <a:off x="4029075" y="3686175"/>
            <a:ext cx="5419725" cy="3752850"/>
          </a:xfrm>
          <a:prstGeom xmlns:a="http://schemas.openxmlformats.org/drawingml/2006/main" prst="roundRect">
            <a:avLst>
              <a:gd name="adj" fmla="val 2030"/>
            </a:avLst>
          </a:prstGeom>
          <a:solidFill xmlns:a="http://schemas.openxmlformats.org/drawingml/2006/main">
            <a:srgbClr val="FFFFFF"/>
          </a:solidFill>
          <a:ln xmlns:a="http://schemas.openxmlformats.org/drawingml/2006/main" w="14764">
            <a:solidFill>
              <a:srgbClr val="171717"/>
            </a:solidFill>
            <a:prstDash val="solid"/>
          </a:ln>
        </p:spPr>
      </p:sp>
      <p:sp>
        <p:nvSpPr>
          <p:cNvPr id="10" name="p31_frame">
            <a:extLst xmlns:a="http://schemas.openxmlformats.org/drawingml/2006/main">
              <a:ext uri="{FF2B5EF4-FFF2-40B4-BE49-F238E27FC236}">
                <a16:creationId xmlns:a16="http://schemas.microsoft.com/office/drawing/2014/main" id="{4B4859D7-ED00-428B-88D5-6D51FE248D89}"/>
              </a:ext>
            </a:extLst>
          </p:cNvPr>
          <p:cNvSpPr>
            <a:spLocks xmlns:a="http://schemas.openxmlformats.org/drawingml/2006/main" noGrp="1"/>
          </p:cNvSpPr>
          <p:nvPr/>
        </p:nvSpPr>
        <p:spPr>
          <a:xfrm xmlns:a="http://schemas.openxmlformats.org/drawingml/2006/main">
            <a:off x="1409700" y="7800975"/>
            <a:ext cx="1771650" cy="3276600"/>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4764">
            <a:solidFill>
              <a:srgbClr val="171717"/>
            </a:solidFill>
            <a:prstDash val="solid"/>
          </a:ln>
        </p:spPr>
      </p:sp>
      <p:sp>
        <p:nvSpPr>
          <p:cNvPr id="11" name="p32_frame">
            <a:extLst xmlns:a="http://schemas.openxmlformats.org/drawingml/2006/main">
              <a:ext uri="{FF2B5EF4-FFF2-40B4-BE49-F238E27FC236}">
                <a16:creationId xmlns:a16="http://schemas.microsoft.com/office/drawing/2014/main" id="{C68B6FA3-D791-4E20-BD9B-3CCBCC852303}"/>
              </a:ext>
            </a:extLst>
          </p:cNvPr>
          <p:cNvSpPr>
            <a:spLocks xmlns:a="http://schemas.openxmlformats.org/drawingml/2006/main" noGrp="1"/>
          </p:cNvSpPr>
          <p:nvPr/>
        </p:nvSpPr>
        <p:spPr>
          <a:xfrm xmlns:a="http://schemas.openxmlformats.org/drawingml/2006/main">
            <a:off x="3295650" y="7800975"/>
            <a:ext cx="1981200" cy="32766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14764">
            <a:solidFill>
              <a:srgbClr val="171717"/>
            </a:solidFill>
            <a:prstDash val="solid"/>
          </a:ln>
        </p:spPr>
      </p:sp>
      <p:sp>
        <p:nvSpPr>
          <p:cNvPr id="12" name="p33_frame">
            <a:extLst xmlns:a="http://schemas.openxmlformats.org/drawingml/2006/main">
              <a:ext uri="{FF2B5EF4-FFF2-40B4-BE49-F238E27FC236}">
                <a16:creationId xmlns:a16="http://schemas.microsoft.com/office/drawing/2014/main" id="{585E2A81-7297-4AD3-8C96-3E1997380B69}"/>
              </a:ext>
            </a:extLst>
          </p:cNvPr>
          <p:cNvSpPr>
            <a:spLocks xmlns:a="http://schemas.openxmlformats.org/drawingml/2006/main" noGrp="1"/>
          </p:cNvSpPr>
          <p:nvPr/>
        </p:nvSpPr>
        <p:spPr>
          <a:xfrm xmlns:a="http://schemas.openxmlformats.org/drawingml/2006/main">
            <a:off x="5324475" y="7800975"/>
            <a:ext cx="2095500" cy="32766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4764">
            <a:solidFill>
              <a:srgbClr val="171717"/>
            </a:solidFill>
            <a:prstDash val="solid"/>
          </a:ln>
        </p:spPr>
      </p:sp>
      <p:sp>
        <p:nvSpPr>
          <p:cNvPr id="13" name="p34_frame">
            <a:extLst xmlns:a="http://schemas.openxmlformats.org/drawingml/2006/main">
              <a:ext uri="{FF2B5EF4-FFF2-40B4-BE49-F238E27FC236}">
                <a16:creationId xmlns:a16="http://schemas.microsoft.com/office/drawing/2014/main" id="{01850AD8-9698-4EC8-908D-33064BBEA23C}"/>
              </a:ext>
            </a:extLst>
          </p:cNvPr>
          <p:cNvSpPr>
            <a:spLocks xmlns:a="http://schemas.openxmlformats.org/drawingml/2006/main" noGrp="1"/>
          </p:cNvSpPr>
          <p:nvPr/>
        </p:nvSpPr>
        <p:spPr>
          <a:xfrm xmlns:a="http://schemas.openxmlformats.org/drawingml/2006/main">
            <a:off x="7467600" y="7800975"/>
            <a:ext cx="1981200" cy="32766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14764">
            <a:solidFill>
              <a:srgbClr val="171717"/>
            </a:solidFill>
            <a:prstDash val="solid"/>
          </a:ln>
        </p:spPr>
      </p:sp>
      <p:sp>
        <p:nvSpPr>
          <p:cNvPr id="14" name="p41_frame">
            <a:extLst xmlns:a="http://schemas.openxmlformats.org/drawingml/2006/main">
              <a:ext uri="{FF2B5EF4-FFF2-40B4-BE49-F238E27FC236}">
                <a16:creationId xmlns:a16="http://schemas.microsoft.com/office/drawing/2014/main" id="{0516BA57-DBBE-443E-BFFD-4E27F9480D87}"/>
              </a:ext>
            </a:extLst>
          </p:cNvPr>
          <p:cNvSpPr>
            <a:spLocks xmlns:a="http://schemas.openxmlformats.org/drawingml/2006/main" noGrp="1"/>
          </p:cNvSpPr>
          <p:nvPr/>
        </p:nvSpPr>
        <p:spPr>
          <a:xfrm xmlns:a="http://schemas.openxmlformats.org/drawingml/2006/main">
            <a:off x="762000" y="11439525"/>
            <a:ext cx="2505075" cy="2409825"/>
          </a:xfrm>
          <a:prstGeom xmlns:a="http://schemas.openxmlformats.org/drawingml/2006/main" prst="roundRect">
            <a:avLst>
              <a:gd name="adj" fmla="val 3162"/>
            </a:avLst>
          </a:prstGeom>
          <a:solidFill xmlns:a="http://schemas.openxmlformats.org/drawingml/2006/main">
            <a:srgbClr val="FFFFFF"/>
          </a:solidFill>
          <a:ln xmlns:a="http://schemas.openxmlformats.org/drawingml/2006/main" w="14764">
            <a:solidFill>
              <a:srgbClr val="171717"/>
            </a:solidFill>
            <a:prstDash val="solid"/>
          </a:ln>
        </p:spPr>
      </p:sp>
      <p:sp>
        <p:nvSpPr>
          <p:cNvPr id="15" name="p42_frame">
            <a:extLst xmlns:a="http://schemas.openxmlformats.org/drawingml/2006/main">
              <a:ext uri="{FF2B5EF4-FFF2-40B4-BE49-F238E27FC236}">
                <a16:creationId xmlns:a16="http://schemas.microsoft.com/office/drawing/2014/main" id="{DECD3262-5B56-482B-AA97-36DD231F5AA4}"/>
              </a:ext>
            </a:extLst>
          </p:cNvPr>
          <p:cNvSpPr>
            <a:spLocks xmlns:a="http://schemas.openxmlformats.org/drawingml/2006/main" noGrp="1"/>
          </p:cNvSpPr>
          <p:nvPr/>
        </p:nvSpPr>
        <p:spPr>
          <a:xfrm xmlns:a="http://schemas.openxmlformats.org/drawingml/2006/main">
            <a:off x="3829050" y="11458575"/>
            <a:ext cx="2466975" cy="1323975"/>
          </a:xfrm>
          <a:prstGeom xmlns:a="http://schemas.openxmlformats.org/drawingml/2006/main" prst="roundRect">
            <a:avLst>
              <a:gd name="adj" fmla="val 5755"/>
            </a:avLst>
          </a:prstGeom>
          <a:solidFill xmlns:a="http://schemas.openxmlformats.org/drawingml/2006/main">
            <a:srgbClr val="FFFFFF"/>
          </a:solidFill>
          <a:ln xmlns:a="http://schemas.openxmlformats.org/drawingml/2006/main" w="14764">
            <a:solidFill>
              <a:srgbClr val="171717"/>
            </a:solidFill>
            <a:prstDash val="solid"/>
          </a:ln>
        </p:spPr>
      </p:sp>
      <p:sp>
        <p:nvSpPr>
          <p:cNvPr id="16" name="p43_frame">
            <a:extLst xmlns:a="http://schemas.openxmlformats.org/drawingml/2006/main">
              <a:ext uri="{FF2B5EF4-FFF2-40B4-BE49-F238E27FC236}">
                <a16:creationId xmlns:a16="http://schemas.microsoft.com/office/drawing/2014/main" id="{3DB358DB-5781-4D04-A5BE-0988CED3DB20}"/>
              </a:ext>
            </a:extLst>
          </p:cNvPr>
          <p:cNvSpPr>
            <a:spLocks xmlns:a="http://schemas.openxmlformats.org/drawingml/2006/main" noGrp="1"/>
          </p:cNvSpPr>
          <p:nvPr/>
        </p:nvSpPr>
        <p:spPr>
          <a:xfrm xmlns:a="http://schemas.openxmlformats.org/drawingml/2006/main">
            <a:off x="6496050" y="11458575"/>
            <a:ext cx="28670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764">
            <a:solidFill>
              <a:srgbClr val="171717"/>
            </a:solidFill>
            <a:prstDash val="solid"/>
          </a:ln>
        </p:spPr>
      </p:sp>
      <p:sp>
        <p:nvSpPr>
          <p:cNvPr id="17" name="p44_frame">
            <a:extLst xmlns:a="http://schemas.openxmlformats.org/drawingml/2006/main">
              <a:ext uri="{FF2B5EF4-FFF2-40B4-BE49-F238E27FC236}">
                <a16:creationId xmlns:a16="http://schemas.microsoft.com/office/drawing/2014/main" id="{E4B0FD10-BDAF-4674-97F0-22882435507C}"/>
              </a:ext>
            </a:extLst>
          </p:cNvPr>
          <p:cNvSpPr>
            <a:spLocks xmlns:a="http://schemas.openxmlformats.org/drawingml/2006/main" noGrp="1"/>
          </p:cNvSpPr>
          <p:nvPr/>
        </p:nvSpPr>
        <p:spPr>
          <a:xfrm xmlns:a="http://schemas.openxmlformats.org/drawingml/2006/main">
            <a:off x="3829050" y="12830175"/>
            <a:ext cx="5543550" cy="1019175"/>
          </a:xfrm>
          <a:prstGeom xmlns:a="http://schemas.openxmlformats.org/drawingml/2006/main" prst="roundRect">
            <a:avLst>
              <a:gd name="adj" fmla="val 7477"/>
            </a:avLst>
          </a:prstGeom>
          <a:solidFill xmlns:a="http://schemas.openxmlformats.org/drawingml/2006/main">
            <a:srgbClr val="FFFFFF"/>
          </a:solidFill>
          <a:ln xmlns:a="http://schemas.openxmlformats.org/drawingml/2006/main" w="14764">
            <a:solidFill>
              <a:srgbClr val="171717"/>
            </a:solidFill>
            <a:prstDash val="solid"/>
          </a:ln>
        </p:spPr>
      </p:sp>
      <p:sp>
        <p:nvSpPr>
          <p:cNvPr id="18" name="p12_stack_frame">
            <a:extLst xmlns:a="http://schemas.openxmlformats.org/drawingml/2006/main">
              <a:ext uri="{FF2B5EF4-FFF2-40B4-BE49-F238E27FC236}">
                <a16:creationId xmlns:a16="http://schemas.microsoft.com/office/drawing/2014/main" id="{787F0F24-BABA-4750-89A3-E587A107D97A}"/>
              </a:ext>
            </a:extLst>
          </p:cNvPr>
          <p:cNvSpPr>
            <a:spLocks xmlns:a="http://schemas.openxmlformats.org/drawingml/2006/main" noGrp="1"/>
          </p:cNvSpPr>
          <p:nvPr/>
        </p:nvSpPr>
        <p:spPr>
          <a:xfrm xmlns:a="http://schemas.openxmlformats.org/drawingml/2006/main">
            <a:off x="4476750" y="1962150"/>
            <a:ext cx="2305050" cy="1295400"/>
          </a:xfrm>
          <a:prstGeom xmlns:a="http://schemas.openxmlformats.org/drawingml/2006/main" prst="roundRect">
            <a:avLst>
              <a:gd name="adj" fmla="val 4412"/>
            </a:avLst>
          </a:prstGeom>
          <a:solidFill xmlns:a="http://schemas.openxmlformats.org/drawingml/2006/main">
            <a:srgbClr val="E7EFF8"/>
          </a:solidFill>
          <a:ln xmlns:a="http://schemas.openxmlformats.org/drawingml/2006/main" w="10478">
            <a:solidFill>
              <a:srgbClr val="171717"/>
            </a:solidFill>
            <a:prstDash val="solid"/>
          </a:ln>
        </p:spPr>
      </p:sp>
      <p:sp>
        <p:nvSpPr>
          <p:cNvPr id="19" name="p12_div_1">
            <a:extLst xmlns:a="http://schemas.openxmlformats.org/drawingml/2006/main">
              <a:ext uri="{FF2B5EF4-FFF2-40B4-BE49-F238E27FC236}">
                <a16:creationId xmlns:a16="http://schemas.microsoft.com/office/drawing/2014/main" id="{484B903A-6116-4FC0-BE73-78A87593E32F}"/>
              </a:ext>
            </a:extLst>
          </p:cNvPr>
          <p:cNvSpPr>
            <a:spLocks xmlns:a="http://schemas.openxmlformats.org/drawingml/2006/main" noGrp="1"/>
          </p:cNvSpPr>
          <p:nvPr/>
        </p:nvSpPr>
        <p:spPr>
          <a:xfrm xmlns:a="http://schemas.openxmlformats.org/drawingml/2006/main" flipH="0" flipV="0">
            <a:off x="4476750" y="2219325"/>
            <a:ext cx="2305050"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20" name="p12_div_2">
            <a:extLst xmlns:a="http://schemas.openxmlformats.org/drawingml/2006/main">
              <a:ext uri="{FF2B5EF4-FFF2-40B4-BE49-F238E27FC236}">
                <a16:creationId xmlns:a16="http://schemas.microsoft.com/office/drawing/2014/main" id="{52F09356-D86D-4B98-979E-7BB9003B3A92}"/>
              </a:ext>
            </a:extLst>
          </p:cNvPr>
          <p:cNvSpPr>
            <a:spLocks xmlns:a="http://schemas.openxmlformats.org/drawingml/2006/main" noGrp="1"/>
          </p:cNvSpPr>
          <p:nvPr/>
        </p:nvSpPr>
        <p:spPr>
          <a:xfrm xmlns:a="http://schemas.openxmlformats.org/drawingml/2006/main" flipH="0" flipV="0">
            <a:off x="4476750" y="2476500"/>
            <a:ext cx="2305050"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21" name="p12_div_3">
            <a:extLst xmlns:a="http://schemas.openxmlformats.org/drawingml/2006/main">
              <a:ext uri="{FF2B5EF4-FFF2-40B4-BE49-F238E27FC236}">
                <a16:creationId xmlns:a16="http://schemas.microsoft.com/office/drawing/2014/main" id="{12A146E2-8C4A-4FD5-935B-F8B4A404B513}"/>
              </a:ext>
            </a:extLst>
          </p:cNvPr>
          <p:cNvSpPr>
            <a:spLocks xmlns:a="http://schemas.openxmlformats.org/drawingml/2006/main" noGrp="1"/>
          </p:cNvSpPr>
          <p:nvPr/>
        </p:nvSpPr>
        <p:spPr>
          <a:xfrm xmlns:a="http://schemas.openxmlformats.org/drawingml/2006/main" flipH="0" flipV="0">
            <a:off x="4476750" y="2733675"/>
            <a:ext cx="2305050"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22" name="p12_div_4">
            <a:extLst xmlns:a="http://schemas.openxmlformats.org/drawingml/2006/main">
              <a:ext uri="{FF2B5EF4-FFF2-40B4-BE49-F238E27FC236}">
                <a16:creationId xmlns:a16="http://schemas.microsoft.com/office/drawing/2014/main" id="{ECDE2365-4FB3-4180-A665-53FED51E2F08}"/>
              </a:ext>
            </a:extLst>
          </p:cNvPr>
          <p:cNvSpPr>
            <a:spLocks xmlns:a="http://schemas.openxmlformats.org/drawingml/2006/main" noGrp="1"/>
          </p:cNvSpPr>
          <p:nvPr/>
        </p:nvSpPr>
        <p:spPr>
          <a:xfrm xmlns:a="http://schemas.openxmlformats.org/drawingml/2006/main" flipH="0" flipV="0">
            <a:off x="4476750" y="2990850"/>
            <a:ext cx="2305050"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23" name="p12_bracket_v">
            <a:extLst xmlns:a="http://schemas.openxmlformats.org/drawingml/2006/main">
              <a:ext uri="{FF2B5EF4-FFF2-40B4-BE49-F238E27FC236}">
                <a16:creationId xmlns:a16="http://schemas.microsoft.com/office/drawing/2014/main" id="{52C21E7E-8590-423D-AF74-06296EBBEC4D}"/>
              </a:ext>
            </a:extLst>
          </p:cNvPr>
          <p:cNvSpPr>
            <a:spLocks xmlns:a="http://schemas.openxmlformats.org/drawingml/2006/main" noGrp="1"/>
          </p:cNvSpPr>
          <p:nvPr/>
        </p:nvSpPr>
        <p:spPr>
          <a:xfrm xmlns:a="http://schemas.openxmlformats.org/drawingml/2006/main" flipH="0" flipV="0">
            <a:off x="7153275" y="1857375"/>
            <a:ext cx="95" cy="101917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24" name="p12_bracket_t">
            <a:extLst xmlns:a="http://schemas.openxmlformats.org/drawingml/2006/main">
              <a:ext uri="{FF2B5EF4-FFF2-40B4-BE49-F238E27FC236}">
                <a16:creationId xmlns:a16="http://schemas.microsoft.com/office/drawing/2014/main" id="{ABF1ACEE-F551-441C-9E71-BC4C526EA0B7}"/>
              </a:ext>
            </a:extLst>
          </p:cNvPr>
          <p:cNvSpPr>
            <a:spLocks xmlns:a="http://schemas.openxmlformats.org/drawingml/2006/main" noGrp="1"/>
          </p:cNvSpPr>
          <p:nvPr/>
        </p:nvSpPr>
        <p:spPr>
          <a:xfrm xmlns:a="http://schemas.openxmlformats.org/drawingml/2006/main" flipH="0" flipV="0">
            <a:off x="7096125" y="1857375"/>
            <a:ext cx="114300"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25" name="p12_bracket_b">
            <a:extLst xmlns:a="http://schemas.openxmlformats.org/drawingml/2006/main">
              <a:ext uri="{FF2B5EF4-FFF2-40B4-BE49-F238E27FC236}">
                <a16:creationId xmlns:a16="http://schemas.microsoft.com/office/drawing/2014/main" id="{65423BD2-D08B-41C9-9CA9-4D6ACB12F44B}"/>
              </a:ext>
            </a:extLst>
          </p:cNvPr>
          <p:cNvSpPr>
            <a:spLocks xmlns:a="http://schemas.openxmlformats.org/drawingml/2006/main" noGrp="1"/>
          </p:cNvSpPr>
          <p:nvPr/>
        </p:nvSpPr>
        <p:spPr>
          <a:xfrm xmlns:a="http://schemas.openxmlformats.org/drawingml/2006/main" flipH="0" flipV="0">
            <a:off x="7096125" y="2876550"/>
            <a:ext cx="114300"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26" name="p22_div_1">
            <a:extLst xmlns:a="http://schemas.openxmlformats.org/drawingml/2006/main">
              <a:ext uri="{FF2B5EF4-FFF2-40B4-BE49-F238E27FC236}">
                <a16:creationId xmlns:a16="http://schemas.microsoft.com/office/drawing/2014/main" id="{ABD8E557-6590-4F2B-85D4-85486F3F28E9}"/>
              </a:ext>
            </a:extLst>
          </p:cNvPr>
          <p:cNvSpPr>
            <a:spLocks xmlns:a="http://schemas.openxmlformats.org/drawingml/2006/main" noGrp="1"/>
          </p:cNvSpPr>
          <p:nvPr/>
        </p:nvSpPr>
        <p:spPr>
          <a:xfrm xmlns:a="http://schemas.openxmlformats.org/drawingml/2006/main" flipH="0" flipV="0">
            <a:off x="4162425" y="4581525"/>
            <a:ext cx="2028825" cy="95"/>
          </a:xfrm>
          <a:prstGeom xmlns:a="http://schemas.openxmlformats.org/drawingml/2006/main" prst="line">
            <a:avLst/>
          </a:prstGeom>
          <a:noFill xmlns:a="http://schemas.openxmlformats.org/drawingml/2006/main"/>
          <a:ln xmlns:a="http://schemas.openxmlformats.org/drawingml/2006/main" w="7620">
            <a:solidFill>
              <a:srgbClr val="9B9B9B"/>
            </a:solidFill>
            <a:prstDash val="solid"/>
          </a:ln>
        </p:spPr>
      </p:sp>
      <p:sp>
        <p:nvSpPr>
          <p:cNvPr id="27" name="p22_div_2">
            <a:extLst xmlns:a="http://schemas.openxmlformats.org/drawingml/2006/main">
              <a:ext uri="{FF2B5EF4-FFF2-40B4-BE49-F238E27FC236}">
                <a16:creationId xmlns:a16="http://schemas.microsoft.com/office/drawing/2014/main" id="{D14CFA86-D651-4177-8971-F16F1CCA126F}"/>
              </a:ext>
            </a:extLst>
          </p:cNvPr>
          <p:cNvSpPr>
            <a:spLocks xmlns:a="http://schemas.openxmlformats.org/drawingml/2006/main" noGrp="1"/>
          </p:cNvSpPr>
          <p:nvPr/>
        </p:nvSpPr>
        <p:spPr>
          <a:xfrm xmlns:a="http://schemas.openxmlformats.org/drawingml/2006/main" flipH="0" flipV="0">
            <a:off x="4162425" y="5019675"/>
            <a:ext cx="2028825" cy="95"/>
          </a:xfrm>
          <a:prstGeom xmlns:a="http://schemas.openxmlformats.org/drawingml/2006/main" prst="line">
            <a:avLst/>
          </a:prstGeom>
          <a:noFill xmlns:a="http://schemas.openxmlformats.org/drawingml/2006/main"/>
          <a:ln xmlns:a="http://schemas.openxmlformats.org/drawingml/2006/main" w="7620">
            <a:solidFill>
              <a:srgbClr val="9B9B9B"/>
            </a:solidFill>
            <a:prstDash val="solid"/>
          </a:ln>
        </p:spPr>
      </p:sp>
      <p:sp>
        <p:nvSpPr>
          <p:cNvPr id="28" name="p22_div_3">
            <a:extLst xmlns:a="http://schemas.openxmlformats.org/drawingml/2006/main">
              <a:ext uri="{FF2B5EF4-FFF2-40B4-BE49-F238E27FC236}">
                <a16:creationId xmlns:a16="http://schemas.microsoft.com/office/drawing/2014/main" id="{84CD681F-5407-415E-A011-5637F151A814}"/>
              </a:ext>
            </a:extLst>
          </p:cNvPr>
          <p:cNvSpPr>
            <a:spLocks xmlns:a="http://schemas.openxmlformats.org/drawingml/2006/main" noGrp="1"/>
          </p:cNvSpPr>
          <p:nvPr/>
        </p:nvSpPr>
        <p:spPr>
          <a:xfrm xmlns:a="http://schemas.openxmlformats.org/drawingml/2006/main" flipH="0" flipV="0">
            <a:off x="4162425" y="5514975"/>
            <a:ext cx="2028825" cy="95"/>
          </a:xfrm>
          <a:prstGeom xmlns:a="http://schemas.openxmlformats.org/drawingml/2006/main" prst="line">
            <a:avLst/>
          </a:prstGeom>
          <a:noFill xmlns:a="http://schemas.openxmlformats.org/drawingml/2006/main"/>
          <a:ln xmlns:a="http://schemas.openxmlformats.org/drawingml/2006/main" w="7620">
            <a:solidFill>
              <a:srgbClr val="9B9B9B"/>
            </a:solidFill>
            <a:prstDash val="solid"/>
          </a:ln>
        </p:spPr>
      </p:sp>
      <p:sp>
        <p:nvSpPr>
          <p:cNvPr id="29" name="p22_div_4">
            <a:extLst xmlns:a="http://schemas.openxmlformats.org/drawingml/2006/main">
              <a:ext uri="{FF2B5EF4-FFF2-40B4-BE49-F238E27FC236}">
                <a16:creationId xmlns:a16="http://schemas.microsoft.com/office/drawing/2014/main" id="{4A16F615-39DB-432E-B62F-AF1FEC62C126}"/>
              </a:ext>
            </a:extLst>
          </p:cNvPr>
          <p:cNvSpPr>
            <a:spLocks xmlns:a="http://schemas.openxmlformats.org/drawingml/2006/main" noGrp="1"/>
          </p:cNvSpPr>
          <p:nvPr/>
        </p:nvSpPr>
        <p:spPr>
          <a:xfrm xmlns:a="http://schemas.openxmlformats.org/drawingml/2006/main" flipH="0" flipV="0">
            <a:off x="4162425" y="6067425"/>
            <a:ext cx="2028825" cy="95"/>
          </a:xfrm>
          <a:prstGeom xmlns:a="http://schemas.openxmlformats.org/drawingml/2006/main" prst="line">
            <a:avLst/>
          </a:prstGeom>
          <a:noFill xmlns:a="http://schemas.openxmlformats.org/drawingml/2006/main"/>
          <a:ln xmlns:a="http://schemas.openxmlformats.org/drawingml/2006/main" w="7620">
            <a:solidFill>
              <a:srgbClr val="9B9B9B"/>
            </a:solidFill>
            <a:prstDash val="solid"/>
          </a:ln>
        </p:spPr>
      </p:sp>
      <p:sp>
        <p:nvSpPr>
          <p:cNvPr id="30" name="p22_div_5">
            <a:extLst xmlns:a="http://schemas.openxmlformats.org/drawingml/2006/main">
              <a:ext uri="{FF2B5EF4-FFF2-40B4-BE49-F238E27FC236}">
                <a16:creationId xmlns:a16="http://schemas.microsoft.com/office/drawing/2014/main" id="{1713A8C1-505B-43CD-8CA7-B8DA078F3EF4}"/>
              </a:ext>
            </a:extLst>
          </p:cNvPr>
          <p:cNvSpPr>
            <a:spLocks xmlns:a="http://schemas.openxmlformats.org/drawingml/2006/main" noGrp="1"/>
          </p:cNvSpPr>
          <p:nvPr/>
        </p:nvSpPr>
        <p:spPr>
          <a:xfrm xmlns:a="http://schemas.openxmlformats.org/drawingml/2006/main" flipH="0" flipV="0">
            <a:off x="4162425" y="6543675"/>
            <a:ext cx="2028825" cy="95"/>
          </a:xfrm>
          <a:prstGeom xmlns:a="http://schemas.openxmlformats.org/drawingml/2006/main" prst="line">
            <a:avLst/>
          </a:prstGeom>
          <a:noFill xmlns:a="http://schemas.openxmlformats.org/drawingml/2006/main"/>
          <a:ln xmlns:a="http://schemas.openxmlformats.org/drawingml/2006/main" w="7620">
            <a:solidFill>
              <a:srgbClr val="9B9B9B"/>
            </a:solidFill>
            <a:prstDash val="solid"/>
          </a:ln>
        </p:spPr>
      </p:sp>
      <p:sp>
        <p:nvSpPr>
          <p:cNvPr id="31" name="p22_div_6">
            <a:extLst xmlns:a="http://schemas.openxmlformats.org/drawingml/2006/main">
              <a:ext uri="{FF2B5EF4-FFF2-40B4-BE49-F238E27FC236}">
                <a16:creationId xmlns:a16="http://schemas.microsoft.com/office/drawing/2014/main" id="{D662FF50-E7BE-4E84-B542-906E03B74BFD}"/>
              </a:ext>
            </a:extLst>
          </p:cNvPr>
          <p:cNvSpPr>
            <a:spLocks xmlns:a="http://schemas.openxmlformats.org/drawingml/2006/main" noGrp="1"/>
          </p:cNvSpPr>
          <p:nvPr/>
        </p:nvSpPr>
        <p:spPr>
          <a:xfrm xmlns:a="http://schemas.openxmlformats.org/drawingml/2006/main" flipH="0" flipV="0">
            <a:off x="4162425" y="7038975"/>
            <a:ext cx="4048125" cy="95"/>
          </a:xfrm>
          <a:prstGeom xmlns:a="http://schemas.openxmlformats.org/drawingml/2006/main" prst="line">
            <a:avLst/>
          </a:prstGeom>
          <a:noFill xmlns:a="http://schemas.openxmlformats.org/drawingml/2006/main"/>
          <a:ln xmlns:a="http://schemas.openxmlformats.org/drawingml/2006/main" w="11430">
            <a:solidFill>
              <a:srgbClr val="171717"/>
            </a:solidFill>
            <a:prstDash val="solid"/>
          </a:ln>
        </p:spPr>
      </p:sp>
      <p:sp>
        <p:nvSpPr>
          <p:cNvPr id="32" name="p22_conclusion_rule_l">
            <a:extLst xmlns:a="http://schemas.openxmlformats.org/drawingml/2006/main">
              <a:ext uri="{FF2B5EF4-FFF2-40B4-BE49-F238E27FC236}">
                <a16:creationId xmlns:a16="http://schemas.microsoft.com/office/drawing/2014/main" id="{9DA40621-88F2-4840-B5EC-2080F5E63C90}"/>
              </a:ext>
            </a:extLst>
          </p:cNvPr>
          <p:cNvSpPr>
            <a:spLocks xmlns:a="http://schemas.openxmlformats.org/drawingml/2006/main" noGrp="1"/>
          </p:cNvSpPr>
          <p:nvPr/>
        </p:nvSpPr>
        <p:spPr>
          <a:xfrm xmlns:a="http://schemas.openxmlformats.org/drawingml/2006/main" flipH="0" flipV="0">
            <a:off x="4038600" y="7248525"/>
            <a:ext cx="619125" cy="95"/>
          </a:xfrm>
          <a:prstGeom xmlns:a="http://schemas.openxmlformats.org/drawingml/2006/main" prst="line">
            <a:avLst/>
          </a:prstGeom>
          <a:noFill xmlns:a="http://schemas.openxmlformats.org/drawingml/2006/main"/>
          <a:ln xmlns:a="http://schemas.openxmlformats.org/drawingml/2006/main" w="11430">
            <a:solidFill>
              <a:srgbClr val="4C862A"/>
            </a:solidFill>
            <a:prstDash val="solid"/>
          </a:ln>
        </p:spPr>
      </p:sp>
      <p:sp>
        <p:nvSpPr>
          <p:cNvPr id="33" name="p22_conclusion_rule_r">
            <a:extLst xmlns:a="http://schemas.openxmlformats.org/drawingml/2006/main">
              <a:ext uri="{FF2B5EF4-FFF2-40B4-BE49-F238E27FC236}">
                <a16:creationId xmlns:a16="http://schemas.microsoft.com/office/drawing/2014/main" id="{0A29E835-7671-4EBA-BE4E-83D9CA57DDEE}"/>
              </a:ext>
            </a:extLst>
          </p:cNvPr>
          <p:cNvSpPr>
            <a:spLocks xmlns:a="http://schemas.openxmlformats.org/drawingml/2006/main" noGrp="1"/>
          </p:cNvSpPr>
          <p:nvPr/>
        </p:nvSpPr>
        <p:spPr>
          <a:xfrm xmlns:a="http://schemas.openxmlformats.org/drawingml/2006/main" flipH="0" flipV="0">
            <a:off x="8267700" y="7248525"/>
            <a:ext cx="495300"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34" name="green_bus_a">
            <a:extLst xmlns:a="http://schemas.openxmlformats.org/drawingml/2006/main">
              <a:ext uri="{FF2B5EF4-FFF2-40B4-BE49-F238E27FC236}">
                <a16:creationId xmlns:a16="http://schemas.microsoft.com/office/drawing/2014/main" id="{02442A15-06BE-4208-863B-73FE3D8D5892}"/>
              </a:ext>
            </a:extLst>
          </p:cNvPr>
          <p:cNvSpPr>
            <a:spLocks xmlns:a="http://schemas.openxmlformats.org/drawingml/2006/main" noGrp="1"/>
          </p:cNvSpPr>
          <p:nvPr/>
        </p:nvSpPr>
        <p:spPr>
          <a:xfrm xmlns:a="http://schemas.openxmlformats.org/drawingml/2006/main" flipH="0" flipV="0">
            <a:off x="3305175" y="5467350"/>
            <a:ext cx="209550" cy="95"/>
          </a:xfrm>
          <a:prstGeom xmlns:a="http://schemas.openxmlformats.org/drawingml/2006/main" prst="line">
            <a:avLst/>
          </a:prstGeom>
          <a:noFill xmlns:a="http://schemas.openxmlformats.org/drawingml/2006/main"/>
          <a:ln xmlns:a="http://schemas.openxmlformats.org/drawingml/2006/main" w="14288">
            <a:solidFill>
              <a:srgbClr val="4C862A"/>
            </a:solidFill>
            <a:prstDash val="solid"/>
          </a:ln>
        </p:spPr>
      </p:sp>
      <p:sp>
        <p:nvSpPr>
          <p:cNvPr id="35" name="green_bus_b">
            <a:extLst xmlns:a="http://schemas.openxmlformats.org/drawingml/2006/main">
              <a:ext uri="{FF2B5EF4-FFF2-40B4-BE49-F238E27FC236}">
                <a16:creationId xmlns:a16="http://schemas.microsoft.com/office/drawing/2014/main" id="{2D0B5030-13C6-45C8-8FD0-B32A3E33E5E4}"/>
              </a:ext>
            </a:extLst>
          </p:cNvPr>
          <p:cNvSpPr>
            <a:spLocks xmlns:a="http://schemas.openxmlformats.org/drawingml/2006/main" noGrp="1"/>
          </p:cNvSpPr>
          <p:nvPr/>
        </p:nvSpPr>
        <p:spPr>
          <a:xfrm xmlns:a="http://schemas.openxmlformats.org/drawingml/2006/main" flipH="0" flipV="0">
            <a:off x="3219450" y="6429375"/>
            <a:ext cx="295275" cy="95"/>
          </a:xfrm>
          <a:prstGeom xmlns:a="http://schemas.openxmlformats.org/drawingml/2006/main" prst="line">
            <a:avLst/>
          </a:prstGeom>
          <a:noFill xmlns:a="http://schemas.openxmlformats.org/drawingml/2006/main"/>
          <a:ln xmlns:a="http://schemas.openxmlformats.org/drawingml/2006/main" w="14288">
            <a:solidFill>
              <a:srgbClr val="4C862A"/>
            </a:solidFill>
            <a:prstDash val="solid"/>
          </a:ln>
        </p:spPr>
      </p:sp>
      <p:sp>
        <p:nvSpPr>
          <p:cNvPr id="36" name="green_bus_c">
            <a:extLst xmlns:a="http://schemas.openxmlformats.org/drawingml/2006/main">
              <a:ext uri="{FF2B5EF4-FFF2-40B4-BE49-F238E27FC236}">
                <a16:creationId xmlns:a16="http://schemas.microsoft.com/office/drawing/2014/main" id="{8250E413-DF4E-44D7-B8E8-B4EA294DC88A}"/>
              </a:ext>
            </a:extLst>
          </p:cNvPr>
          <p:cNvSpPr>
            <a:spLocks xmlns:a="http://schemas.openxmlformats.org/drawingml/2006/main" noGrp="1"/>
          </p:cNvSpPr>
          <p:nvPr/>
        </p:nvSpPr>
        <p:spPr>
          <a:xfrm xmlns:a="http://schemas.openxmlformats.org/drawingml/2006/main" flipH="0" flipV="0">
            <a:off x="3514725" y="5467350"/>
            <a:ext cx="95" cy="962025"/>
          </a:xfrm>
          <a:prstGeom xmlns:a="http://schemas.openxmlformats.org/drawingml/2006/main" prst="line">
            <a:avLst/>
          </a:prstGeom>
          <a:noFill xmlns:a="http://schemas.openxmlformats.org/drawingml/2006/main"/>
          <a:ln xmlns:a="http://schemas.openxmlformats.org/drawingml/2006/main" w="14288">
            <a:solidFill>
              <a:srgbClr val="4C862A"/>
            </a:solidFill>
            <a:prstDash val="solid"/>
          </a:ln>
        </p:spPr>
      </p:sp>
      <p:sp>
        <p:nvSpPr>
          <p:cNvPr id="37" name="green_bus_d">
            <a:extLst xmlns:a="http://schemas.openxmlformats.org/drawingml/2006/main">
              <a:ext uri="{FF2B5EF4-FFF2-40B4-BE49-F238E27FC236}">
                <a16:creationId xmlns:a16="http://schemas.microsoft.com/office/drawing/2014/main" id="{3AA991B8-9073-4034-9D44-634C21C5F5B0}"/>
              </a:ext>
            </a:extLst>
          </p:cNvPr>
          <p:cNvSpPr>
            <a:spLocks xmlns:a="http://schemas.openxmlformats.org/drawingml/2006/main" noGrp="1"/>
          </p:cNvSpPr>
          <p:nvPr/>
        </p:nvSpPr>
        <p:spPr>
          <a:xfrm xmlns:a="http://schemas.openxmlformats.org/drawingml/2006/main" flipH="0" flipV="0">
            <a:off x="3514725" y="5467350"/>
            <a:ext cx="209550" cy="95"/>
          </a:xfrm>
          <a:prstGeom xmlns:a="http://schemas.openxmlformats.org/drawingml/2006/main" prst="line">
            <a:avLst/>
          </a:prstGeom>
          <a:noFill xmlns:a="http://schemas.openxmlformats.org/drawingml/2006/main"/>
          <a:ln xmlns:a="http://schemas.openxmlformats.org/drawingml/2006/main" w="14288">
            <a:solidFill>
              <a:srgbClr val="4C862A"/>
            </a:solidFill>
            <a:prstDash val="solid"/>
          </a:ln>
        </p:spPr>
      </p:sp>
      <p:sp>
        <p:nvSpPr>
          <p:cNvPr id="38" name="green_bus_e">
            <a:extLst xmlns:a="http://schemas.openxmlformats.org/drawingml/2006/main">
              <a:ext uri="{FF2B5EF4-FFF2-40B4-BE49-F238E27FC236}">
                <a16:creationId xmlns:a16="http://schemas.microsoft.com/office/drawing/2014/main" id="{1EB053FE-8A22-4814-AB39-B150CF8BB11F}"/>
              </a:ext>
            </a:extLst>
          </p:cNvPr>
          <p:cNvSpPr>
            <a:spLocks xmlns:a="http://schemas.openxmlformats.org/drawingml/2006/main" noGrp="1"/>
          </p:cNvSpPr>
          <p:nvPr/>
        </p:nvSpPr>
        <p:spPr>
          <a:xfrm xmlns:a="http://schemas.openxmlformats.org/drawingml/2006/main" flipH="0" flipV="0">
            <a:off x="3724275" y="4829175"/>
            <a:ext cx="95" cy="638175"/>
          </a:xfrm>
          <a:prstGeom xmlns:a="http://schemas.openxmlformats.org/drawingml/2006/main" prst="line">
            <a:avLst/>
          </a:prstGeom>
          <a:noFill xmlns:a="http://schemas.openxmlformats.org/drawingml/2006/main"/>
          <a:ln xmlns:a="http://schemas.openxmlformats.org/drawingml/2006/main" w="14288">
            <a:solidFill>
              <a:srgbClr val="4C862A"/>
            </a:solidFill>
            <a:prstDash val="solid"/>
          </a:ln>
        </p:spPr>
      </p:sp>
      <p:sp>
        <p:nvSpPr>
          <p:cNvPr id="39" name="red_bus_top_h">
            <a:extLst xmlns:a="http://schemas.openxmlformats.org/drawingml/2006/main">
              <a:ext uri="{FF2B5EF4-FFF2-40B4-BE49-F238E27FC236}">
                <a16:creationId xmlns:a16="http://schemas.microsoft.com/office/drawing/2014/main" id="{79FC4A7E-DFB0-4FFE-947F-B3309F781333}"/>
              </a:ext>
            </a:extLst>
          </p:cNvPr>
          <p:cNvSpPr>
            <a:spLocks xmlns:a="http://schemas.openxmlformats.org/drawingml/2006/main" noGrp="1"/>
          </p:cNvSpPr>
          <p:nvPr/>
        </p:nvSpPr>
        <p:spPr>
          <a:xfrm xmlns:a="http://schemas.openxmlformats.org/drawingml/2006/main" flipH="0" flipV="0">
            <a:off x="1209675" y="7734300"/>
            <a:ext cx="2495550" cy="95"/>
          </a:xfrm>
          <a:prstGeom xmlns:a="http://schemas.openxmlformats.org/drawingml/2006/main" prst="line">
            <a:avLst/>
          </a:prstGeom>
          <a:noFill xmlns:a="http://schemas.openxmlformats.org/drawingml/2006/main"/>
          <a:ln xmlns:a="http://schemas.openxmlformats.org/drawingml/2006/main" w="12859">
            <a:solidFill>
              <a:srgbClr val="EE9895"/>
            </a:solidFill>
            <a:prstDash val="solid"/>
          </a:ln>
        </p:spPr>
      </p:sp>
      <p:sp>
        <p:nvSpPr>
          <p:cNvPr id="40" name="red_bus_left_v">
            <a:extLst xmlns:a="http://schemas.openxmlformats.org/drawingml/2006/main">
              <a:ext uri="{FF2B5EF4-FFF2-40B4-BE49-F238E27FC236}">
                <a16:creationId xmlns:a16="http://schemas.microsoft.com/office/drawing/2014/main" id="{F0C6E19A-7928-46BB-9B81-8E24ABFC9C85}"/>
              </a:ext>
            </a:extLst>
          </p:cNvPr>
          <p:cNvSpPr>
            <a:spLocks xmlns:a="http://schemas.openxmlformats.org/drawingml/2006/main" noGrp="1"/>
          </p:cNvSpPr>
          <p:nvPr/>
        </p:nvSpPr>
        <p:spPr>
          <a:xfrm xmlns:a="http://schemas.openxmlformats.org/drawingml/2006/main" flipH="0" flipV="0">
            <a:off x="1209675" y="7734300"/>
            <a:ext cx="95" cy="3429000"/>
          </a:xfrm>
          <a:prstGeom xmlns:a="http://schemas.openxmlformats.org/drawingml/2006/main" prst="line">
            <a:avLst/>
          </a:prstGeom>
          <a:noFill xmlns:a="http://schemas.openxmlformats.org/drawingml/2006/main"/>
          <a:ln xmlns:a="http://schemas.openxmlformats.org/drawingml/2006/main" w="12859">
            <a:solidFill>
              <a:srgbClr val="EE9895"/>
            </a:solidFill>
            <a:prstDash val="solid"/>
          </a:ln>
        </p:spPr>
      </p:sp>
      <p:sp>
        <p:nvSpPr>
          <p:cNvPr id="41" name="red_bus_bottom_h">
            <a:extLst xmlns:a="http://schemas.openxmlformats.org/drawingml/2006/main">
              <a:ext uri="{FF2B5EF4-FFF2-40B4-BE49-F238E27FC236}">
                <a16:creationId xmlns:a16="http://schemas.microsoft.com/office/drawing/2014/main" id="{E018D76E-88B0-45F0-9EFA-EFA3805EFEEB}"/>
              </a:ext>
            </a:extLst>
          </p:cNvPr>
          <p:cNvSpPr>
            <a:spLocks xmlns:a="http://schemas.openxmlformats.org/drawingml/2006/main" noGrp="1"/>
          </p:cNvSpPr>
          <p:nvPr/>
        </p:nvSpPr>
        <p:spPr>
          <a:xfrm xmlns:a="http://schemas.openxmlformats.org/drawingml/2006/main" flipH="0" flipV="0">
            <a:off x="1209675" y="11163300"/>
            <a:ext cx="2295525" cy="95"/>
          </a:xfrm>
          <a:prstGeom xmlns:a="http://schemas.openxmlformats.org/drawingml/2006/main" prst="line">
            <a:avLst/>
          </a:prstGeom>
          <a:noFill xmlns:a="http://schemas.openxmlformats.org/drawingml/2006/main"/>
          <a:ln xmlns:a="http://schemas.openxmlformats.org/drawingml/2006/main" w="12859">
            <a:solidFill>
              <a:srgbClr val="EE9895"/>
            </a:solidFill>
            <a:prstDash val="solid"/>
          </a:ln>
        </p:spPr>
      </p:sp>
      <p:sp>
        <p:nvSpPr>
          <p:cNvPr id="42" name="red_bus_drop">
            <a:extLst xmlns:a="http://schemas.openxmlformats.org/drawingml/2006/main">
              <a:ext uri="{FF2B5EF4-FFF2-40B4-BE49-F238E27FC236}">
                <a16:creationId xmlns:a16="http://schemas.microsoft.com/office/drawing/2014/main" id="{18AD135F-56A8-4152-812A-AB2F05F10216}"/>
              </a:ext>
            </a:extLst>
          </p:cNvPr>
          <p:cNvSpPr>
            <a:spLocks xmlns:a="http://schemas.openxmlformats.org/drawingml/2006/main" noGrp="1"/>
          </p:cNvSpPr>
          <p:nvPr/>
        </p:nvSpPr>
        <p:spPr>
          <a:xfrm xmlns:a="http://schemas.openxmlformats.org/drawingml/2006/main" flipH="0" flipV="0">
            <a:off x="3505200" y="11163300"/>
            <a:ext cx="95" cy="295275"/>
          </a:xfrm>
          <a:prstGeom xmlns:a="http://schemas.openxmlformats.org/drawingml/2006/main" prst="line">
            <a:avLst/>
          </a:prstGeom>
          <a:noFill xmlns:a="http://schemas.openxmlformats.org/drawingml/2006/main"/>
          <a:ln xmlns:a="http://schemas.openxmlformats.org/drawingml/2006/main" w="12859">
            <a:solidFill>
              <a:srgbClr val="EE9895"/>
            </a:solidFill>
            <a:prstDash val="solid"/>
          </a:ln>
        </p:spPr>
      </p:sp>
      <p:sp>
        <p:nvSpPr>
          <p:cNvPr id="43" name="p32_top_stem">
            <a:extLst xmlns:a="http://schemas.openxmlformats.org/drawingml/2006/main">
              <a:ext uri="{FF2B5EF4-FFF2-40B4-BE49-F238E27FC236}">
                <a16:creationId xmlns:a16="http://schemas.microsoft.com/office/drawing/2014/main" id="{067E1AA0-DBC8-4E7B-829D-C825BB654F43}"/>
              </a:ext>
            </a:extLst>
          </p:cNvPr>
          <p:cNvSpPr>
            <a:spLocks xmlns:a="http://schemas.openxmlformats.org/drawingml/2006/main" noGrp="1"/>
          </p:cNvSpPr>
          <p:nvPr/>
        </p:nvSpPr>
        <p:spPr>
          <a:xfrm xmlns:a="http://schemas.openxmlformats.org/drawingml/2006/main" flipH="0" flipV="0">
            <a:off x="4276725" y="8543925"/>
            <a:ext cx="95" cy="114300"/>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44" name="p32_param_stem">
            <a:extLst xmlns:a="http://schemas.openxmlformats.org/drawingml/2006/main">
              <a:ext uri="{FF2B5EF4-FFF2-40B4-BE49-F238E27FC236}">
                <a16:creationId xmlns:a16="http://schemas.microsoft.com/office/drawing/2014/main" id="{32E1C32E-CCBB-4187-8D73-0FA25B27DA48}"/>
              </a:ext>
            </a:extLst>
          </p:cNvPr>
          <p:cNvSpPr>
            <a:spLocks xmlns:a="http://schemas.openxmlformats.org/drawingml/2006/main" noGrp="1"/>
          </p:cNvSpPr>
          <p:nvPr/>
        </p:nvSpPr>
        <p:spPr>
          <a:xfrm xmlns:a="http://schemas.openxmlformats.org/drawingml/2006/main" flipH="0" flipV="0">
            <a:off x="4267200" y="89249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45" name="p32_param_bus">
            <a:extLst xmlns:a="http://schemas.openxmlformats.org/drawingml/2006/main">
              <a:ext uri="{FF2B5EF4-FFF2-40B4-BE49-F238E27FC236}">
                <a16:creationId xmlns:a16="http://schemas.microsoft.com/office/drawing/2014/main" id="{B1FC3183-8E76-4BB2-B1DA-CBB539A58D3B}"/>
              </a:ext>
            </a:extLst>
          </p:cNvPr>
          <p:cNvSpPr>
            <a:spLocks xmlns:a="http://schemas.openxmlformats.org/drawingml/2006/main" noGrp="1"/>
          </p:cNvSpPr>
          <p:nvPr/>
        </p:nvSpPr>
        <p:spPr>
          <a:xfrm xmlns:a="http://schemas.openxmlformats.org/drawingml/2006/main" flipH="0" flipV="0">
            <a:off x="3629025" y="9010650"/>
            <a:ext cx="1276350"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46" name="p32_param_l">
            <a:extLst xmlns:a="http://schemas.openxmlformats.org/drawingml/2006/main">
              <a:ext uri="{FF2B5EF4-FFF2-40B4-BE49-F238E27FC236}">
                <a16:creationId xmlns:a16="http://schemas.microsoft.com/office/drawing/2014/main" id="{7A8D0886-23B6-4853-805E-4D120C4714EF}"/>
              </a:ext>
            </a:extLst>
          </p:cNvPr>
          <p:cNvSpPr>
            <a:spLocks xmlns:a="http://schemas.openxmlformats.org/drawingml/2006/main" noGrp="1"/>
          </p:cNvSpPr>
          <p:nvPr/>
        </p:nvSpPr>
        <p:spPr>
          <a:xfrm xmlns:a="http://schemas.openxmlformats.org/drawingml/2006/main" flipH="0" flipV="0">
            <a:off x="3629025" y="9010650"/>
            <a:ext cx="95" cy="95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47" name="p32_param_m">
            <a:extLst xmlns:a="http://schemas.openxmlformats.org/drawingml/2006/main">
              <a:ext uri="{FF2B5EF4-FFF2-40B4-BE49-F238E27FC236}">
                <a16:creationId xmlns:a16="http://schemas.microsoft.com/office/drawing/2014/main" id="{2C652582-31C7-491E-A5CE-427F88653AD5}"/>
              </a:ext>
            </a:extLst>
          </p:cNvPr>
          <p:cNvSpPr>
            <a:spLocks xmlns:a="http://schemas.openxmlformats.org/drawingml/2006/main" noGrp="1"/>
          </p:cNvSpPr>
          <p:nvPr/>
        </p:nvSpPr>
        <p:spPr>
          <a:xfrm xmlns:a="http://schemas.openxmlformats.org/drawingml/2006/main" flipH="0" flipV="0">
            <a:off x="4257675" y="9010650"/>
            <a:ext cx="95" cy="95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48" name="p32_param_r">
            <a:extLst xmlns:a="http://schemas.openxmlformats.org/drawingml/2006/main">
              <a:ext uri="{FF2B5EF4-FFF2-40B4-BE49-F238E27FC236}">
                <a16:creationId xmlns:a16="http://schemas.microsoft.com/office/drawing/2014/main" id="{2AEAE497-770B-4646-A31E-C0E2D1A0E859}"/>
              </a:ext>
            </a:extLst>
          </p:cNvPr>
          <p:cNvSpPr>
            <a:spLocks xmlns:a="http://schemas.openxmlformats.org/drawingml/2006/main" noGrp="1"/>
          </p:cNvSpPr>
          <p:nvPr/>
        </p:nvSpPr>
        <p:spPr>
          <a:xfrm xmlns:a="http://schemas.openxmlformats.org/drawingml/2006/main" flipH="0" flipV="0">
            <a:off x="4905375" y="9010650"/>
            <a:ext cx="95" cy="95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49" name="p32_load_stem">
            <a:extLst xmlns:a="http://schemas.openxmlformats.org/drawingml/2006/main">
              <a:ext uri="{FF2B5EF4-FFF2-40B4-BE49-F238E27FC236}">
                <a16:creationId xmlns:a16="http://schemas.microsoft.com/office/drawing/2014/main" id="{192DBC22-EAA0-45F4-80B0-94C0959830B3}"/>
              </a:ext>
            </a:extLst>
          </p:cNvPr>
          <p:cNvSpPr>
            <a:spLocks xmlns:a="http://schemas.openxmlformats.org/drawingml/2006/main" noGrp="1"/>
          </p:cNvSpPr>
          <p:nvPr/>
        </p:nvSpPr>
        <p:spPr>
          <a:xfrm xmlns:a="http://schemas.openxmlformats.org/drawingml/2006/main" flipH="0" flipV="0">
            <a:off x="4267200" y="9315450"/>
            <a:ext cx="95" cy="14287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50" name="p32_load_bus">
            <a:extLst xmlns:a="http://schemas.openxmlformats.org/drawingml/2006/main">
              <a:ext uri="{FF2B5EF4-FFF2-40B4-BE49-F238E27FC236}">
                <a16:creationId xmlns:a16="http://schemas.microsoft.com/office/drawing/2014/main" id="{F9BD7858-0A85-4264-B9C0-B212ECA418B4}"/>
              </a:ext>
            </a:extLst>
          </p:cNvPr>
          <p:cNvSpPr>
            <a:spLocks xmlns:a="http://schemas.openxmlformats.org/drawingml/2006/main" noGrp="1"/>
          </p:cNvSpPr>
          <p:nvPr/>
        </p:nvSpPr>
        <p:spPr>
          <a:xfrm xmlns:a="http://schemas.openxmlformats.org/drawingml/2006/main" flipH="0" flipV="0">
            <a:off x="3543300" y="9458325"/>
            <a:ext cx="1495425"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51" name="p32_load_1">
            <a:extLst xmlns:a="http://schemas.openxmlformats.org/drawingml/2006/main">
              <a:ext uri="{FF2B5EF4-FFF2-40B4-BE49-F238E27FC236}">
                <a16:creationId xmlns:a16="http://schemas.microsoft.com/office/drawing/2014/main" id="{DCFF3350-4849-4348-A38C-F612F313EB32}"/>
              </a:ext>
            </a:extLst>
          </p:cNvPr>
          <p:cNvSpPr>
            <a:spLocks xmlns:a="http://schemas.openxmlformats.org/drawingml/2006/main" noGrp="1"/>
          </p:cNvSpPr>
          <p:nvPr/>
        </p:nvSpPr>
        <p:spPr>
          <a:xfrm xmlns:a="http://schemas.openxmlformats.org/drawingml/2006/main" flipH="0" flipV="0">
            <a:off x="3543300" y="94583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52" name="p32_load_2">
            <a:extLst xmlns:a="http://schemas.openxmlformats.org/drawingml/2006/main">
              <a:ext uri="{FF2B5EF4-FFF2-40B4-BE49-F238E27FC236}">
                <a16:creationId xmlns:a16="http://schemas.microsoft.com/office/drawing/2014/main" id="{3FF6DA45-4873-4A94-AFC1-E28654D389E1}"/>
              </a:ext>
            </a:extLst>
          </p:cNvPr>
          <p:cNvSpPr>
            <a:spLocks xmlns:a="http://schemas.openxmlformats.org/drawingml/2006/main" noGrp="1"/>
          </p:cNvSpPr>
          <p:nvPr/>
        </p:nvSpPr>
        <p:spPr>
          <a:xfrm xmlns:a="http://schemas.openxmlformats.org/drawingml/2006/main" flipH="0" flipV="0">
            <a:off x="3933825" y="94583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53" name="p32_load_3">
            <a:extLst xmlns:a="http://schemas.openxmlformats.org/drawingml/2006/main">
              <a:ext uri="{FF2B5EF4-FFF2-40B4-BE49-F238E27FC236}">
                <a16:creationId xmlns:a16="http://schemas.microsoft.com/office/drawing/2014/main" id="{4D3BFC2A-531C-4BD4-B021-47829E0C1875}"/>
              </a:ext>
            </a:extLst>
          </p:cNvPr>
          <p:cNvSpPr>
            <a:spLocks xmlns:a="http://schemas.openxmlformats.org/drawingml/2006/main" noGrp="1"/>
          </p:cNvSpPr>
          <p:nvPr/>
        </p:nvSpPr>
        <p:spPr>
          <a:xfrm xmlns:a="http://schemas.openxmlformats.org/drawingml/2006/main" flipH="0" flipV="0">
            <a:off x="4286250" y="94583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54" name="p32_load_4">
            <a:extLst xmlns:a="http://schemas.openxmlformats.org/drawingml/2006/main">
              <a:ext uri="{FF2B5EF4-FFF2-40B4-BE49-F238E27FC236}">
                <a16:creationId xmlns:a16="http://schemas.microsoft.com/office/drawing/2014/main" id="{3DEEFC50-FFBF-4772-9003-715460A14CC9}"/>
              </a:ext>
            </a:extLst>
          </p:cNvPr>
          <p:cNvSpPr>
            <a:spLocks xmlns:a="http://schemas.openxmlformats.org/drawingml/2006/main" noGrp="1"/>
          </p:cNvSpPr>
          <p:nvPr/>
        </p:nvSpPr>
        <p:spPr>
          <a:xfrm xmlns:a="http://schemas.openxmlformats.org/drawingml/2006/main" flipH="0" flipV="0">
            <a:off x="4638675" y="94583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55" name="p32_load_5">
            <a:extLst xmlns:a="http://schemas.openxmlformats.org/drawingml/2006/main">
              <a:ext uri="{FF2B5EF4-FFF2-40B4-BE49-F238E27FC236}">
                <a16:creationId xmlns:a16="http://schemas.microsoft.com/office/drawing/2014/main" id="{4CE2E1C6-EAF9-40D5-91B0-8271242F4F92}"/>
              </a:ext>
            </a:extLst>
          </p:cNvPr>
          <p:cNvSpPr>
            <a:spLocks xmlns:a="http://schemas.openxmlformats.org/drawingml/2006/main" noGrp="1"/>
          </p:cNvSpPr>
          <p:nvPr/>
        </p:nvSpPr>
        <p:spPr>
          <a:xfrm xmlns:a="http://schemas.openxmlformats.org/drawingml/2006/main" flipH="0" flipV="0">
            <a:off x="5038725" y="94583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56" name="p32_outcome_stem">
            <a:extLst xmlns:a="http://schemas.openxmlformats.org/drawingml/2006/main">
              <a:ext uri="{FF2B5EF4-FFF2-40B4-BE49-F238E27FC236}">
                <a16:creationId xmlns:a16="http://schemas.microsoft.com/office/drawing/2014/main" id="{3558ED5A-B751-4883-951A-16066D21000D}"/>
              </a:ext>
            </a:extLst>
          </p:cNvPr>
          <p:cNvSpPr>
            <a:spLocks xmlns:a="http://schemas.openxmlformats.org/drawingml/2006/main" noGrp="1"/>
          </p:cNvSpPr>
          <p:nvPr/>
        </p:nvSpPr>
        <p:spPr>
          <a:xfrm xmlns:a="http://schemas.openxmlformats.org/drawingml/2006/main" flipH="0" flipV="0">
            <a:off x="4276725" y="9867900"/>
            <a:ext cx="95" cy="3524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57" name="p33_top_stem">
            <a:extLst xmlns:a="http://schemas.openxmlformats.org/drawingml/2006/main">
              <a:ext uri="{FF2B5EF4-FFF2-40B4-BE49-F238E27FC236}">
                <a16:creationId xmlns:a16="http://schemas.microsoft.com/office/drawing/2014/main" id="{4A4A61C7-6E2C-4060-AD8A-15DFC424C633}"/>
              </a:ext>
            </a:extLst>
          </p:cNvPr>
          <p:cNvSpPr>
            <a:spLocks xmlns:a="http://schemas.openxmlformats.org/drawingml/2006/main" noGrp="1"/>
          </p:cNvSpPr>
          <p:nvPr/>
        </p:nvSpPr>
        <p:spPr>
          <a:xfrm xmlns:a="http://schemas.openxmlformats.org/drawingml/2006/main" flipH="0" flipV="0">
            <a:off x="6362700" y="8543925"/>
            <a:ext cx="95" cy="114300"/>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58" name="p33_param_stem">
            <a:extLst xmlns:a="http://schemas.openxmlformats.org/drawingml/2006/main">
              <a:ext uri="{FF2B5EF4-FFF2-40B4-BE49-F238E27FC236}">
                <a16:creationId xmlns:a16="http://schemas.microsoft.com/office/drawing/2014/main" id="{8E2EA479-2BAF-4EA8-AF8E-47A41290C13E}"/>
              </a:ext>
            </a:extLst>
          </p:cNvPr>
          <p:cNvSpPr>
            <a:spLocks xmlns:a="http://schemas.openxmlformats.org/drawingml/2006/main" noGrp="1"/>
          </p:cNvSpPr>
          <p:nvPr/>
        </p:nvSpPr>
        <p:spPr>
          <a:xfrm xmlns:a="http://schemas.openxmlformats.org/drawingml/2006/main" flipH="0" flipV="0">
            <a:off x="6362700" y="89249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59" name="p33_param_bus">
            <a:extLst xmlns:a="http://schemas.openxmlformats.org/drawingml/2006/main">
              <a:ext uri="{FF2B5EF4-FFF2-40B4-BE49-F238E27FC236}">
                <a16:creationId xmlns:a16="http://schemas.microsoft.com/office/drawing/2014/main" id="{AE5A451A-A3C4-46AE-B696-5DAEFEFF7730}"/>
              </a:ext>
            </a:extLst>
          </p:cNvPr>
          <p:cNvSpPr>
            <a:spLocks xmlns:a="http://schemas.openxmlformats.org/drawingml/2006/main" noGrp="1"/>
          </p:cNvSpPr>
          <p:nvPr/>
        </p:nvSpPr>
        <p:spPr>
          <a:xfrm xmlns:a="http://schemas.openxmlformats.org/drawingml/2006/main" flipH="0" flipV="0">
            <a:off x="5676900" y="9010650"/>
            <a:ext cx="1381125"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60" name="p33_param_l">
            <a:extLst xmlns:a="http://schemas.openxmlformats.org/drawingml/2006/main">
              <a:ext uri="{FF2B5EF4-FFF2-40B4-BE49-F238E27FC236}">
                <a16:creationId xmlns:a16="http://schemas.microsoft.com/office/drawing/2014/main" id="{5DE385DD-2D79-4991-8CAC-65DE4996BF7E}"/>
              </a:ext>
            </a:extLst>
          </p:cNvPr>
          <p:cNvSpPr>
            <a:spLocks xmlns:a="http://schemas.openxmlformats.org/drawingml/2006/main" noGrp="1"/>
          </p:cNvSpPr>
          <p:nvPr/>
        </p:nvSpPr>
        <p:spPr>
          <a:xfrm xmlns:a="http://schemas.openxmlformats.org/drawingml/2006/main" flipH="0" flipV="0">
            <a:off x="5676900" y="9010650"/>
            <a:ext cx="95" cy="95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61" name="p33_param_m">
            <a:extLst xmlns:a="http://schemas.openxmlformats.org/drawingml/2006/main">
              <a:ext uri="{FF2B5EF4-FFF2-40B4-BE49-F238E27FC236}">
                <a16:creationId xmlns:a16="http://schemas.microsoft.com/office/drawing/2014/main" id="{5E6A5E6F-C263-4600-A1FE-C5D6B8EFB038}"/>
              </a:ext>
            </a:extLst>
          </p:cNvPr>
          <p:cNvSpPr>
            <a:spLocks xmlns:a="http://schemas.openxmlformats.org/drawingml/2006/main" noGrp="1"/>
          </p:cNvSpPr>
          <p:nvPr/>
        </p:nvSpPr>
        <p:spPr>
          <a:xfrm xmlns:a="http://schemas.openxmlformats.org/drawingml/2006/main" flipH="0" flipV="0">
            <a:off x="6362700" y="9010650"/>
            <a:ext cx="95" cy="95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62" name="p33_param_r">
            <a:extLst xmlns:a="http://schemas.openxmlformats.org/drawingml/2006/main">
              <a:ext uri="{FF2B5EF4-FFF2-40B4-BE49-F238E27FC236}">
                <a16:creationId xmlns:a16="http://schemas.microsoft.com/office/drawing/2014/main" id="{3D971656-ECDB-481B-BECD-3E139F96BD10}"/>
              </a:ext>
            </a:extLst>
          </p:cNvPr>
          <p:cNvSpPr>
            <a:spLocks xmlns:a="http://schemas.openxmlformats.org/drawingml/2006/main" noGrp="1"/>
          </p:cNvSpPr>
          <p:nvPr/>
        </p:nvSpPr>
        <p:spPr>
          <a:xfrm xmlns:a="http://schemas.openxmlformats.org/drawingml/2006/main" flipH="0" flipV="0">
            <a:off x="7058025" y="9010650"/>
            <a:ext cx="95" cy="95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63" name="p33_load_stem">
            <a:extLst xmlns:a="http://schemas.openxmlformats.org/drawingml/2006/main">
              <a:ext uri="{FF2B5EF4-FFF2-40B4-BE49-F238E27FC236}">
                <a16:creationId xmlns:a16="http://schemas.microsoft.com/office/drawing/2014/main" id="{8D8830E8-1D6A-4FDC-A8E6-E75C270B1B42}"/>
              </a:ext>
            </a:extLst>
          </p:cNvPr>
          <p:cNvSpPr>
            <a:spLocks xmlns:a="http://schemas.openxmlformats.org/drawingml/2006/main" noGrp="1"/>
          </p:cNvSpPr>
          <p:nvPr/>
        </p:nvSpPr>
        <p:spPr>
          <a:xfrm xmlns:a="http://schemas.openxmlformats.org/drawingml/2006/main" flipH="0" flipV="0">
            <a:off x="6362700" y="9315450"/>
            <a:ext cx="95" cy="14287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64" name="p33_load_bus">
            <a:extLst xmlns:a="http://schemas.openxmlformats.org/drawingml/2006/main">
              <a:ext uri="{FF2B5EF4-FFF2-40B4-BE49-F238E27FC236}">
                <a16:creationId xmlns:a16="http://schemas.microsoft.com/office/drawing/2014/main" id="{880390A3-BF37-4667-B667-D80799C98151}"/>
              </a:ext>
            </a:extLst>
          </p:cNvPr>
          <p:cNvSpPr>
            <a:spLocks xmlns:a="http://schemas.openxmlformats.org/drawingml/2006/main" noGrp="1"/>
          </p:cNvSpPr>
          <p:nvPr/>
        </p:nvSpPr>
        <p:spPr>
          <a:xfrm xmlns:a="http://schemas.openxmlformats.org/drawingml/2006/main" flipH="0" flipV="0">
            <a:off x="5562600" y="9458325"/>
            <a:ext cx="1552575"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65" name="p33_load_1">
            <a:extLst xmlns:a="http://schemas.openxmlformats.org/drawingml/2006/main">
              <a:ext uri="{FF2B5EF4-FFF2-40B4-BE49-F238E27FC236}">
                <a16:creationId xmlns:a16="http://schemas.microsoft.com/office/drawing/2014/main" id="{008CA120-D229-4FD9-B7DD-5CB5E4429A7D}"/>
              </a:ext>
            </a:extLst>
          </p:cNvPr>
          <p:cNvSpPr>
            <a:spLocks xmlns:a="http://schemas.openxmlformats.org/drawingml/2006/main" noGrp="1"/>
          </p:cNvSpPr>
          <p:nvPr/>
        </p:nvSpPr>
        <p:spPr>
          <a:xfrm xmlns:a="http://schemas.openxmlformats.org/drawingml/2006/main" flipH="0" flipV="0">
            <a:off x="5562600" y="94583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66" name="p33_load_2">
            <a:extLst xmlns:a="http://schemas.openxmlformats.org/drawingml/2006/main">
              <a:ext uri="{FF2B5EF4-FFF2-40B4-BE49-F238E27FC236}">
                <a16:creationId xmlns:a16="http://schemas.microsoft.com/office/drawing/2014/main" id="{E731F71C-A4C5-42B9-BE47-7D96FFA7DF4C}"/>
              </a:ext>
            </a:extLst>
          </p:cNvPr>
          <p:cNvSpPr>
            <a:spLocks xmlns:a="http://schemas.openxmlformats.org/drawingml/2006/main" noGrp="1"/>
          </p:cNvSpPr>
          <p:nvPr/>
        </p:nvSpPr>
        <p:spPr>
          <a:xfrm xmlns:a="http://schemas.openxmlformats.org/drawingml/2006/main" flipH="0" flipV="0">
            <a:off x="5953125" y="94583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67" name="p33_load_3">
            <a:extLst xmlns:a="http://schemas.openxmlformats.org/drawingml/2006/main">
              <a:ext uri="{FF2B5EF4-FFF2-40B4-BE49-F238E27FC236}">
                <a16:creationId xmlns:a16="http://schemas.microsoft.com/office/drawing/2014/main" id="{B3DF8756-B162-433B-BA13-7D9356DDB10A}"/>
              </a:ext>
            </a:extLst>
          </p:cNvPr>
          <p:cNvSpPr>
            <a:spLocks xmlns:a="http://schemas.openxmlformats.org/drawingml/2006/main" noGrp="1"/>
          </p:cNvSpPr>
          <p:nvPr/>
        </p:nvSpPr>
        <p:spPr>
          <a:xfrm xmlns:a="http://schemas.openxmlformats.org/drawingml/2006/main" flipH="0" flipV="0">
            <a:off x="6305550" y="94583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68" name="p33_load_4">
            <a:extLst xmlns:a="http://schemas.openxmlformats.org/drawingml/2006/main">
              <a:ext uri="{FF2B5EF4-FFF2-40B4-BE49-F238E27FC236}">
                <a16:creationId xmlns:a16="http://schemas.microsoft.com/office/drawing/2014/main" id="{7B9BAFCD-DA08-499C-A813-06FB79181AA8}"/>
              </a:ext>
            </a:extLst>
          </p:cNvPr>
          <p:cNvSpPr>
            <a:spLocks xmlns:a="http://schemas.openxmlformats.org/drawingml/2006/main" noGrp="1"/>
          </p:cNvSpPr>
          <p:nvPr/>
        </p:nvSpPr>
        <p:spPr>
          <a:xfrm xmlns:a="http://schemas.openxmlformats.org/drawingml/2006/main" flipH="0" flipV="0">
            <a:off x="6657975" y="94583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69" name="p33_load_5">
            <a:extLst xmlns:a="http://schemas.openxmlformats.org/drawingml/2006/main">
              <a:ext uri="{FF2B5EF4-FFF2-40B4-BE49-F238E27FC236}">
                <a16:creationId xmlns:a16="http://schemas.microsoft.com/office/drawing/2014/main" id="{3E43DFF4-A817-4FCF-85B8-C20553AD3B32}"/>
              </a:ext>
            </a:extLst>
          </p:cNvPr>
          <p:cNvSpPr>
            <a:spLocks xmlns:a="http://schemas.openxmlformats.org/drawingml/2006/main" noGrp="1"/>
          </p:cNvSpPr>
          <p:nvPr/>
        </p:nvSpPr>
        <p:spPr>
          <a:xfrm xmlns:a="http://schemas.openxmlformats.org/drawingml/2006/main" flipH="0" flipV="0">
            <a:off x="7115175" y="9458325"/>
            <a:ext cx="95" cy="857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70" name="p33_outcome_stem">
            <a:extLst xmlns:a="http://schemas.openxmlformats.org/drawingml/2006/main">
              <a:ext uri="{FF2B5EF4-FFF2-40B4-BE49-F238E27FC236}">
                <a16:creationId xmlns:a16="http://schemas.microsoft.com/office/drawing/2014/main" id="{4CDF9AE3-F4AA-4520-AB26-2EEDC6178D4C}"/>
              </a:ext>
            </a:extLst>
          </p:cNvPr>
          <p:cNvSpPr>
            <a:spLocks xmlns:a="http://schemas.openxmlformats.org/drawingml/2006/main" noGrp="1"/>
          </p:cNvSpPr>
          <p:nvPr/>
        </p:nvSpPr>
        <p:spPr>
          <a:xfrm xmlns:a="http://schemas.openxmlformats.org/drawingml/2006/main" flipH="0" flipV="0">
            <a:off x="6362700" y="9867900"/>
            <a:ext cx="95" cy="3524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71" name="p34_branch_stem">
            <a:extLst xmlns:a="http://schemas.openxmlformats.org/drawingml/2006/main">
              <a:ext uri="{FF2B5EF4-FFF2-40B4-BE49-F238E27FC236}">
                <a16:creationId xmlns:a16="http://schemas.microsoft.com/office/drawing/2014/main" id="{CD785A73-6E87-4FB6-A2C3-013A67061DFE}"/>
              </a:ext>
            </a:extLst>
          </p:cNvPr>
          <p:cNvSpPr>
            <a:spLocks xmlns:a="http://schemas.openxmlformats.org/drawingml/2006/main" noGrp="1"/>
          </p:cNvSpPr>
          <p:nvPr/>
        </p:nvSpPr>
        <p:spPr>
          <a:xfrm xmlns:a="http://schemas.openxmlformats.org/drawingml/2006/main" flipH="0" flipV="0">
            <a:off x="8439150" y="9324975"/>
            <a:ext cx="95" cy="152400"/>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72" name="p34_branch_bus">
            <a:extLst xmlns:a="http://schemas.openxmlformats.org/drawingml/2006/main">
              <a:ext uri="{FF2B5EF4-FFF2-40B4-BE49-F238E27FC236}">
                <a16:creationId xmlns:a16="http://schemas.microsoft.com/office/drawing/2014/main" id="{1407ADB8-E1A9-4209-B1E4-CE570F2FA4B7}"/>
              </a:ext>
            </a:extLst>
          </p:cNvPr>
          <p:cNvSpPr>
            <a:spLocks xmlns:a="http://schemas.openxmlformats.org/drawingml/2006/main" noGrp="1"/>
          </p:cNvSpPr>
          <p:nvPr/>
        </p:nvSpPr>
        <p:spPr>
          <a:xfrm xmlns:a="http://schemas.openxmlformats.org/drawingml/2006/main" flipH="0" flipV="0">
            <a:off x="8115300" y="9477375"/>
            <a:ext cx="1028700"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73" name="p34_branch_l">
            <a:extLst xmlns:a="http://schemas.openxmlformats.org/drawingml/2006/main">
              <a:ext uri="{FF2B5EF4-FFF2-40B4-BE49-F238E27FC236}">
                <a16:creationId xmlns:a16="http://schemas.microsoft.com/office/drawing/2014/main" id="{3128BF5B-052F-47D7-9E73-6A5AB98F2657}"/>
              </a:ext>
            </a:extLst>
          </p:cNvPr>
          <p:cNvSpPr>
            <a:spLocks xmlns:a="http://schemas.openxmlformats.org/drawingml/2006/main" noGrp="1"/>
          </p:cNvSpPr>
          <p:nvPr/>
        </p:nvSpPr>
        <p:spPr>
          <a:xfrm xmlns:a="http://schemas.openxmlformats.org/drawingml/2006/main" flipH="0" flipV="0">
            <a:off x="8115300" y="9477375"/>
            <a:ext cx="95" cy="2000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74" name="p34_branch_r">
            <a:extLst xmlns:a="http://schemas.openxmlformats.org/drawingml/2006/main">
              <a:ext uri="{FF2B5EF4-FFF2-40B4-BE49-F238E27FC236}">
                <a16:creationId xmlns:a16="http://schemas.microsoft.com/office/drawing/2014/main" id="{0B5774CF-B93F-48D1-8BF7-2F73A6A6B387}"/>
              </a:ext>
            </a:extLst>
          </p:cNvPr>
          <p:cNvSpPr>
            <a:spLocks xmlns:a="http://schemas.openxmlformats.org/drawingml/2006/main" noGrp="1"/>
          </p:cNvSpPr>
          <p:nvPr/>
        </p:nvSpPr>
        <p:spPr>
          <a:xfrm xmlns:a="http://schemas.openxmlformats.org/drawingml/2006/main" flipH="0" flipV="0">
            <a:off x="9144000" y="9477375"/>
            <a:ext cx="95" cy="2000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75" name="p34_outcome_stem">
            <a:extLst xmlns:a="http://schemas.openxmlformats.org/drawingml/2006/main">
              <a:ext uri="{FF2B5EF4-FFF2-40B4-BE49-F238E27FC236}">
                <a16:creationId xmlns:a16="http://schemas.microsoft.com/office/drawing/2014/main" id="{75514B49-4115-479B-A316-1FDD11C8E57C}"/>
              </a:ext>
            </a:extLst>
          </p:cNvPr>
          <p:cNvSpPr>
            <a:spLocks xmlns:a="http://schemas.openxmlformats.org/drawingml/2006/main" noGrp="1"/>
          </p:cNvSpPr>
          <p:nvPr/>
        </p:nvSpPr>
        <p:spPr>
          <a:xfrm xmlns:a="http://schemas.openxmlformats.org/drawingml/2006/main" flipH="0" flipV="0">
            <a:off x="8439150" y="9477375"/>
            <a:ext cx="95" cy="742950"/>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76" name="p41_metric_bus">
            <a:extLst xmlns:a="http://schemas.openxmlformats.org/drawingml/2006/main">
              <a:ext uri="{FF2B5EF4-FFF2-40B4-BE49-F238E27FC236}">
                <a16:creationId xmlns:a16="http://schemas.microsoft.com/office/drawing/2014/main" id="{F0F23A9B-2F26-444C-975E-D4B5344AB052}"/>
              </a:ext>
            </a:extLst>
          </p:cNvPr>
          <p:cNvSpPr>
            <a:spLocks xmlns:a="http://schemas.openxmlformats.org/drawingml/2006/main" noGrp="1"/>
          </p:cNvSpPr>
          <p:nvPr/>
        </p:nvSpPr>
        <p:spPr>
          <a:xfrm xmlns:a="http://schemas.openxmlformats.org/drawingml/2006/main" flipH="0" flipV="0">
            <a:off x="1085850" y="12344400"/>
            <a:ext cx="1733550"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77" name="p41_metric_l">
            <a:extLst xmlns:a="http://schemas.openxmlformats.org/drawingml/2006/main">
              <a:ext uri="{FF2B5EF4-FFF2-40B4-BE49-F238E27FC236}">
                <a16:creationId xmlns:a16="http://schemas.microsoft.com/office/drawing/2014/main" id="{E575AF96-EF94-4BC6-9D89-F527915BC252}"/>
              </a:ext>
            </a:extLst>
          </p:cNvPr>
          <p:cNvSpPr>
            <a:spLocks xmlns:a="http://schemas.openxmlformats.org/drawingml/2006/main" noGrp="1"/>
          </p:cNvSpPr>
          <p:nvPr/>
        </p:nvSpPr>
        <p:spPr>
          <a:xfrm xmlns:a="http://schemas.openxmlformats.org/drawingml/2006/main" flipH="0" flipV="0">
            <a:off x="1085850" y="12344400"/>
            <a:ext cx="95" cy="1238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78" name="p41_metric_m">
            <a:extLst xmlns:a="http://schemas.openxmlformats.org/drawingml/2006/main">
              <a:ext uri="{FF2B5EF4-FFF2-40B4-BE49-F238E27FC236}">
                <a16:creationId xmlns:a16="http://schemas.microsoft.com/office/drawing/2014/main" id="{FBBBD50A-7301-47D3-A0AE-C4F307885818}"/>
              </a:ext>
            </a:extLst>
          </p:cNvPr>
          <p:cNvSpPr>
            <a:spLocks xmlns:a="http://schemas.openxmlformats.org/drawingml/2006/main" noGrp="1"/>
          </p:cNvSpPr>
          <p:nvPr/>
        </p:nvSpPr>
        <p:spPr>
          <a:xfrm xmlns:a="http://schemas.openxmlformats.org/drawingml/2006/main" flipH="0" flipV="0">
            <a:off x="1914525" y="12249150"/>
            <a:ext cx="95" cy="18097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79" name="p41_metric_r">
            <a:extLst xmlns:a="http://schemas.openxmlformats.org/drawingml/2006/main">
              <a:ext uri="{FF2B5EF4-FFF2-40B4-BE49-F238E27FC236}">
                <a16:creationId xmlns:a16="http://schemas.microsoft.com/office/drawing/2014/main" id="{A0F461D7-DBEE-4FB6-9D7D-AE3673D7BBA0}"/>
              </a:ext>
            </a:extLst>
          </p:cNvPr>
          <p:cNvSpPr>
            <a:spLocks xmlns:a="http://schemas.openxmlformats.org/drawingml/2006/main" noGrp="1"/>
          </p:cNvSpPr>
          <p:nvPr/>
        </p:nvSpPr>
        <p:spPr>
          <a:xfrm xmlns:a="http://schemas.openxmlformats.org/drawingml/2006/main" flipH="0" flipV="0">
            <a:off x="2819400" y="12344400"/>
            <a:ext cx="95" cy="12382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80" name="p41_bottom_l">
            <a:extLst xmlns:a="http://schemas.openxmlformats.org/drawingml/2006/main">
              <a:ext uri="{FF2B5EF4-FFF2-40B4-BE49-F238E27FC236}">
                <a16:creationId xmlns:a16="http://schemas.microsoft.com/office/drawing/2014/main" id="{E8E8FF62-5BE3-4A74-A229-F77C368B1712}"/>
              </a:ext>
            </a:extLst>
          </p:cNvPr>
          <p:cNvSpPr>
            <a:spLocks xmlns:a="http://schemas.openxmlformats.org/drawingml/2006/main" noGrp="1"/>
          </p:cNvSpPr>
          <p:nvPr/>
        </p:nvSpPr>
        <p:spPr>
          <a:xfrm xmlns:a="http://schemas.openxmlformats.org/drawingml/2006/main" flipH="0" flipV="0">
            <a:off x="1085850" y="12801600"/>
            <a:ext cx="95" cy="21907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81" name="p41_bottom_r">
            <a:extLst xmlns:a="http://schemas.openxmlformats.org/drawingml/2006/main">
              <a:ext uri="{FF2B5EF4-FFF2-40B4-BE49-F238E27FC236}">
                <a16:creationId xmlns:a16="http://schemas.microsoft.com/office/drawing/2014/main" id="{D3EA0024-6603-49E7-8143-CF479C901517}"/>
              </a:ext>
            </a:extLst>
          </p:cNvPr>
          <p:cNvSpPr>
            <a:spLocks xmlns:a="http://schemas.openxmlformats.org/drawingml/2006/main" noGrp="1"/>
          </p:cNvSpPr>
          <p:nvPr/>
        </p:nvSpPr>
        <p:spPr>
          <a:xfrm xmlns:a="http://schemas.openxmlformats.org/drawingml/2006/main" flipH="0" flipV="0">
            <a:off x="2819400" y="12801600"/>
            <a:ext cx="95" cy="21907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82" name="p41_bottom_bus">
            <a:extLst xmlns:a="http://schemas.openxmlformats.org/drawingml/2006/main">
              <a:ext uri="{FF2B5EF4-FFF2-40B4-BE49-F238E27FC236}">
                <a16:creationId xmlns:a16="http://schemas.microsoft.com/office/drawing/2014/main" id="{7AB4D4B9-F775-46A5-882B-58EB9090A8B3}"/>
              </a:ext>
            </a:extLst>
          </p:cNvPr>
          <p:cNvSpPr>
            <a:spLocks xmlns:a="http://schemas.openxmlformats.org/drawingml/2006/main" noGrp="1"/>
          </p:cNvSpPr>
          <p:nvPr/>
        </p:nvSpPr>
        <p:spPr>
          <a:xfrm xmlns:a="http://schemas.openxmlformats.org/drawingml/2006/main" flipH="0" flipV="0">
            <a:off x="1085850" y="13020675"/>
            <a:ext cx="1733550" cy="95"/>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83" name="p41_output_l">
            <a:extLst xmlns:a="http://schemas.openxmlformats.org/drawingml/2006/main">
              <a:ext uri="{FF2B5EF4-FFF2-40B4-BE49-F238E27FC236}">
                <a16:creationId xmlns:a16="http://schemas.microsoft.com/office/drawing/2014/main" id="{5181B077-3063-45FB-802A-4CDDDDD0D161}"/>
              </a:ext>
            </a:extLst>
          </p:cNvPr>
          <p:cNvSpPr>
            <a:spLocks xmlns:a="http://schemas.openxmlformats.org/drawingml/2006/main" noGrp="1"/>
          </p:cNvSpPr>
          <p:nvPr/>
        </p:nvSpPr>
        <p:spPr>
          <a:xfrm xmlns:a="http://schemas.openxmlformats.org/drawingml/2006/main" flipH="0" flipV="0">
            <a:off x="1362075" y="13020675"/>
            <a:ext cx="95" cy="171450"/>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84" name="p41_output_r">
            <a:extLst xmlns:a="http://schemas.openxmlformats.org/drawingml/2006/main">
              <a:ext uri="{FF2B5EF4-FFF2-40B4-BE49-F238E27FC236}">
                <a16:creationId xmlns:a16="http://schemas.microsoft.com/office/drawing/2014/main" id="{9E688996-3D5B-4500-9648-CF33294B9C6A}"/>
              </a:ext>
            </a:extLst>
          </p:cNvPr>
          <p:cNvSpPr>
            <a:spLocks xmlns:a="http://schemas.openxmlformats.org/drawingml/2006/main" noGrp="1"/>
          </p:cNvSpPr>
          <p:nvPr/>
        </p:nvSpPr>
        <p:spPr>
          <a:xfrm xmlns:a="http://schemas.openxmlformats.org/drawingml/2006/main" flipH="0" flipV="0">
            <a:off x="2552700" y="13020675"/>
            <a:ext cx="95" cy="171450"/>
          </a:xfrm>
          <a:prstGeom xmlns:a="http://schemas.openxmlformats.org/drawingml/2006/main" prst="line">
            <a:avLst/>
          </a:prstGeom>
          <a:noFill xmlns:a="http://schemas.openxmlformats.org/drawingml/2006/main"/>
          <a:ln xmlns:a="http://schemas.openxmlformats.org/drawingml/2006/main" w="10478">
            <a:solidFill>
              <a:srgbClr val="171717"/>
            </a:solidFill>
            <a:prstDash val="solid"/>
          </a:ln>
        </p:spPr>
      </p:sp>
      <p:sp>
        <p:nvSpPr>
          <p:cNvPr id="85" name="blue_bus_v1">
            <a:extLst xmlns:a="http://schemas.openxmlformats.org/drawingml/2006/main">
              <a:ext uri="{FF2B5EF4-FFF2-40B4-BE49-F238E27FC236}">
                <a16:creationId xmlns:a16="http://schemas.microsoft.com/office/drawing/2014/main" id="{F4085A82-C700-4707-9B69-D44462A20FF9}"/>
              </a:ext>
            </a:extLst>
          </p:cNvPr>
          <p:cNvSpPr>
            <a:spLocks xmlns:a="http://schemas.openxmlformats.org/drawingml/2006/main" noGrp="1"/>
          </p:cNvSpPr>
          <p:nvPr/>
        </p:nvSpPr>
        <p:spPr>
          <a:xfrm xmlns:a="http://schemas.openxmlformats.org/drawingml/2006/main" flipH="0" flipV="0">
            <a:off x="9753600" y="2000250"/>
            <a:ext cx="95" cy="1228725"/>
          </a:xfrm>
          <a:prstGeom xmlns:a="http://schemas.openxmlformats.org/drawingml/2006/main" prst="line">
            <a:avLst/>
          </a:prstGeom>
          <a:noFill xmlns:a="http://schemas.openxmlformats.org/drawingml/2006/main"/>
          <a:ln xmlns:a="http://schemas.openxmlformats.org/drawingml/2006/main" w="12859">
            <a:solidFill>
              <a:srgbClr val="2779D1"/>
            </a:solidFill>
            <a:prstDash val="solid"/>
          </a:ln>
        </p:spPr>
      </p:sp>
      <p:sp>
        <p:nvSpPr>
          <p:cNvPr id="86" name="blue_bus_v2">
            <a:extLst xmlns:a="http://schemas.openxmlformats.org/drawingml/2006/main">
              <a:ext uri="{FF2B5EF4-FFF2-40B4-BE49-F238E27FC236}">
                <a16:creationId xmlns:a16="http://schemas.microsoft.com/office/drawing/2014/main" id="{FBE6EC21-BB31-473F-A071-68AAA25502D8}"/>
              </a:ext>
            </a:extLst>
          </p:cNvPr>
          <p:cNvSpPr>
            <a:spLocks xmlns:a="http://schemas.openxmlformats.org/drawingml/2006/main" noGrp="1"/>
          </p:cNvSpPr>
          <p:nvPr/>
        </p:nvSpPr>
        <p:spPr>
          <a:xfrm xmlns:a="http://schemas.openxmlformats.org/drawingml/2006/main" flipH="0" flipV="0">
            <a:off x="9753600" y="4143375"/>
            <a:ext cx="95" cy="1295400"/>
          </a:xfrm>
          <a:prstGeom xmlns:a="http://schemas.openxmlformats.org/drawingml/2006/main" prst="line">
            <a:avLst/>
          </a:prstGeom>
          <a:noFill xmlns:a="http://schemas.openxmlformats.org/drawingml/2006/main"/>
          <a:ln xmlns:a="http://schemas.openxmlformats.org/drawingml/2006/main" w="12859">
            <a:solidFill>
              <a:srgbClr val="2779D1"/>
            </a:solidFill>
            <a:prstDash val="solid"/>
          </a:ln>
        </p:spPr>
      </p:sp>
      <p:sp>
        <p:nvSpPr>
          <p:cNvPr id="87" name="red_ext_v1">
            <a:extLst xmlns:a="http://schemas.openxmlformats.org/drawingml/2006/main">
              <a:ext uri="{FF2B5EF4-FFF2-40B4-BE49-F238E27FC236}">
                <a16:creationId xmlns:a16="http://schemas.microsoft.com/office/drawing/2014/main" id="{96C87699-0E65-4A70-B6C9-2591AAFAF4F4}"/>
              </a:ext>
            </a:extLst>
          </p:cNvPr>
          <p:cNvSpPr>
            <a:spLocks xmlns:a="http://schemas.openxmlformats.org/drawingml/2006/main" noGrp="1"/>
          </p:cNvSpPr>
          <p:nvPr/>
        </p:nvSpPr>
        <p:spPr>
          <a:xfrm xmlns:a="http://schemas.openxmlformats.org/drawingml/2006/main" flipH="0" flipV="0">
            <a:off x="9877425" y="2219325"/>
            <a:ext cx="95" cy="4181475"/>
          </a:xfrm>
          <a:prstGeom xmlns:a="http://schemas.openxmlformats.org/drawingml/2006/main" prst="line">
            <a:avLst/>
          </a:prstGeom>
          <a:noFill xmlns:a="http://schemas.openxmlformats.org/drawingml/2006/main"/>
          <a:ln xmlns:a="http://schemas.openxmlformats.org/drawingml/2006/main" w="10954">
            <a:solidFill>
              <a:srgbClr val="EE9895"/>
            </a:solidFill>
            <a:prstDash val="solid"/>
          </a:ln>
        </p:spPr>
      </p:sp>
      <p:sp>
        <p:nvSpPr>
          <p:cNvPr id="88" name="red_ext_v2">
            <a:extLst xmlns:a="http://schemas.openxmlformats.org/drawingml/2006/main">
              <a:ext uri="{FF2B5EF4-FFF2-40B4-BE49-F238E27FC236}">
                <a16:creationId xmlns:a16="http://schemas.microsoft.com/office/drawing/2014/main" id="{A0BC92CA-DAF0-4D5D-8BB4-4ACA429F1E43}"/>
              </a:ext>
            </a:extLst>
          </p:cNvPr>
          <p:cNvSpPr>
            <a:spLocks xmlns:a="http://schemas.openxmlformats.org/drawingml/2006/main" noGrp="1"/>
          </p:cNvSpPr>
          <p:nvPr/>
        </p:nvSpPr>
        <p:spPr>
          <a:xfrm xmlns:a="http://schemas.openxmlformats.org/drawingml/2006/main" flipH="0" flipV="0">
            <a:off x="9877425" y="7362825"/>
            <a:ext cx="95" cy="1885950"/>
          </a:xfrm>
          <a:prstGeom xmlns:a="http://schemas.openxmlformats.org/drawingml/2006/main" prst="line">
            <a:avLst/>
          </a:prstGeom>
          <a:noFill xmlns:a="http://schemas.openxmlformats.org/drawingml/2006/main"/>
          <a:ln xmlns:a="http://schemas.openxmlformats.org/drawingml/2006/main" w="10954">
            <a:solidFill>
              <a:srgbClr val="EE9895"/>
            </a:solidFill>
            <a:prstDash val="solid"/>
          </a:ln>
        </p:spPr>
      </p:sp>
      <p:sp>
        <p:nvSpPr>
          <p:cNvPr id="89" name="green_ext_v1">
            <a:extLst xmlns:a="http://schemas.openxmlformats.org/drawingml/2006/main">
              <a:ext uri="{FF2B5EF4-FFF2-40B4-BE49-F238E27FC236}">
                <a16:creationId xmlns:a16="http://schemas.microsoft.com/office/drawing/2014/main" id="{57CAA608-D083-4203-A526-EC73D4FED5F1}"/>
              </a:ext>
            </a:extLst>
          </p:cNvPr>
          <p:cNvSpPr>
            <a:spLocks xmlns:a="http://schemas.openxmlformats.org/drawingml/2006/main" noGrp="1"/>
          </p:cNvSpPr>
          <p:nvPr/>
        </p:nvSpPr>
        <p:spPr>
          <a:xfrm xmlns:a="http://schemas.openxmlformats.org/drawingml/2006/main" flipH="0" flipV="0">
            <a:off x="9686925" y="6867525"/>
            <a:ext cx="95" cy="4048125"/>
          </a:xfrm>
          <a:prstGeom xmlns:a="http://schemas.openxmlformats.org/drawingml/2006/main" prst="line">
            <a:avLst/>
          </a:prstGeom>
          <a:noFill xmlns:a="http://schemas.openxmlformats.org/drawingml/2006/main"/>
          <a:ln xmlns:a="http://schemas.openxmlformats.org/drawingml/2006/main" w="11906">
            <a:solidFill>
              <a:srgbClr val="4C862A"/>
            </a:solidFill>
            <a:prstDash val="solid"/>
          </a:ln>
        </p:spPr>
      </p:sp>
      <p:sp>
        <p:nvSpPr>
          <p:cNvPr id="90" name="green_ext_v2">
            <a:extLst xmlns:a="http://schemas.openxmlformats.org/drawingml/2006/main">
              <a:ext uri="{FF2B5EF4-FFF2-40B4-BE49-F238E27FC236}">
                <a16:creationId xmlns:a16="http://schemas.microsoft.com/office/drawing/2014/main" id="{CDA254E6-28E7-45CA-8A30-95F6169515B8}"/>
              </a:ext>
            </a:extLst>
          </p:cNvPr>
          <p:cNvSpPr>
            <a:spLocks xmlns:a="http://schemas.openxmlformats.org/drawingml/2006/main" noGrp="1"/>
          </p:cNvSpPr>
          <p:nvPr/>
        </p:nvSpPr>
        <p:spPr>
          <a:xfrm xmlns:a="http://schemas.openxmlformats.org/drawingml/2006/main" flipH="0" flipV="0">
            <a:off x="9744075" y="11953875"/>
            <a:ext cx="95" cy="838200"/>
          </a:xfrm>
          <a:prstGeom xmlns:a="http://schemas.openxmlformats.org/drawingml/2006/main" prst="line">
            <a:avLst/>
          </a:prstGeom>
          <a:noFill xmlns:a="http://schemas.openxmlformats.org/drawingml/2006/main"/>
          <a:ln xmlns:a="http://schemas.openxmlformats.org/drawingml/2006/main" w="11906">
            <a:solidFill>
              <a:srgbClr val="4C862A"/>
            </a:solidFill>
            <a:prstDash val="solid"/>
          </a:ln>
        </p:spPr>
      </p:sp>
      <p:sp>
        <p:nvSpPr>
          <p:cNvPr id="91" name="g_title">
            <a:extLst xmlns:a="http://schemas.openxmlformats.org/drawingml/2006/main">
              <a:ext uri="{FF2B5EF4-FFF2-40B4-BE49-F238E27FC236}">
                <a16:creationId xmlns:a16="http://schemas.microsoft.com/office/drawing/2014/main" id="{5AF0C0B0-2E8E-49B8-BE94-79D273B6F265}"/>
              </a:ext>
            </a:extLst>
          </p:cNvPr>
          <p:cNvSpPr>
            <a:spLocks xmlns:a="http://schemas.openxmlformats.org/drawingml/2006/main" noGrp="1"/>
          </p:cNvSpPr>
          <p:nvPr/>
        </p:nvSpPr>
        <p:spPr>
          <a:xfrm xmlns:a="http://schemas.openxmlformats.org/drawingml/2006/main">
            <a:off x="57150" y="85725"/>
            <a:ext cx="9544050" cy="561975"/>
          </a:xfrm>
          <a:prstGeom xmlns:a="http://schemas.openxmlformats.org/drawingml/2006/main" prst="roundRect">
            <a:avLst>
              <a:gd name="adj" fmla="val 11864"/>
            </a:avLst>
          </a:prstGeom>
          <a:solidFill xmlns:a="http://schemas.openxmlformats.org/drawingml/2006/main">
            <a:srgbClr val="ADB9DA"/>
          </a:solidFill>
          <a:ln xmlns:a="http://schemas.openxmlformats.org/drawingml/2006/main" w="0">
            <a:solidFill>
              <a:srgbClr val="7E91C3"/>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913" b="1">
                <a:solidFill>
                  <a:srgbClr val="111111"/>
                </a:solidFill>
                <a:latin typeface="Source Han Sans CN"/>
                <a:ea typeface="Source Han Sans CN"/>
                <a:cs typeface="Source Han Sans CN"/>
              </a:defRPr>
            </a:pPr>
            <a:r>
              <a:rPr sz="1913" b="1">
                <a:solidFill>
                  <a:srgbClr val="111111"/>
                </a:solidFill>
                <a:latin typeface="Source Han Sans CN"/>
                <a:ea typeface="Source Han Sans CN"/>
                <a:cs typeface="Source Han Sans CN"/>
              </a:rPr>
              <a:t>探究不同椎弓根螺钉固定策略对骨质疏松性胸腰椎骨折稳定性的生物力学影响</a:t>
            </a:r>
          </a:p>
        </p:txBody>
      </p:sp>
      <p:sp>
        <p:nvSpPr>
          <p:cNvPr id="92" name="tab_review">
            <a:extLst xmlns:a="http://schemas.openxmlformats.org/drawingml/2006/main">
              <a:ext uri="{FF2B5EF4-FFF2-40B4-BE49-F238E27FC236}">
                <a16:creationId xmlns:a16="http://schemas.microsoft.com/office/drawing/2014/main" id="{2C0F2919-7A57-4212-8758-714229556764}"/>
              </a:ext>
            </a:extLst>
          </p:cNvPr>
          <p:cNvSpPr>
            <a:spLocks xmlns:a="http://schemas.openxmlformats.org/drawingml/2006/main" noGrp="1"/>
          </p:cNvSpPr>
          <p:nvPr/>
        </p:nvSpPr>
        <p:spPr>
          <a:xfrm xmlns:a="http://schemas.openxmlformats.org/drawingml/2006/main">
            <a:off x="57150" y="752475"/>
            <a:ext cx="504825" cy="2724150"/>
          </a:xfrm>
          <a:prstGeom xmlns:a="http://schemas.openxmlformats.org/drawingml/2006/main" prst="roundRect">
            <a:avLst>
              <a:gd name="adj" fmla="val 13208"/>
            </a:avLst>
          </a:prstGeom>
          <a:solidFill xmlns:a="http://schemas.openxmlformats.org/drawingml/2006/main">
            <a:srgbClr val="BCDAF2"/>
          </a:solidFill>
          <a:ln xmlns:a="http://schemas.openxmlformats.org/drawingml/2006/main" w="0">
            <a:solidFill>
              <a:srgbClr val="BCDAF2"/>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8000"/>
              </a:lnSpc>
              <a:buNone/>
              <a:defRPr sz="1875" b="1">
                <a:solidFill>
                  <a:srgbClr val="111111"/>
                </a:solidFill>
                <a:latin typeface="Source Han Sans CN"/>
                <a:ea typeface="Source Han Sans CN"/>
                <a:cs typeface="Source Han Sans CN"/>
              </a:defRPr>
            </a:pPr>
            <a:r>
              <a:rPr sz="1875" b="1">
                <a:solidFill>
                  <a:srgbClr val="111111"/>
                </a:solidFill>
                <a:latin typeface="Source Han Sans CN"/>
                <a:ea typeface="Source Han Sans CN"/>
                <a:cs typeface="Source Han Sans CN"/>
              </a:rPr>
              <a:t>综</a:t>
            </a:r>
          </a:p>
          <a:p xmlns:a="http://schemas.openxmlformats.org/drawingml/2006/main">
            <a:pPr algn="ctr">
              <a:lnSpc>
                <a:spcPct val="88000"/>
              </a:lnSpc>
              <a:buNone/>
              <a:defRPr sz="1875" b="1">
                <a:solidFill>
                  <a:srgbClr val="111111"/>
                </a:solidFill>
                <a:latin typeface="Source Han Sans CN"/>
                <a:ea typeface="Source Han Sans CN"/>
                <a:cs typeface="Source Han Sans CN"/>
              </a:defRPr>
            </a:pPr>
            <a:r>
              <a:rPr sz="1875" b="1">
                <a:solidFill>
                  <a:srgbClr val="111111"/>
                </a:solidFill>
                <a:latin typeface="Source Han Sans CN"/>
                <a:ea typeface="Source Han Sans CN"/>
                <a:cs typeface="Source Han Sans CN"/>
              </a:rPr>
              <a:t>述</a:t>
            </a:r>
          </a:p>
        </p:txBody>
      </p:sp>
      <p:sp>
        <p:nvSpPr>
          <p:cNvPr id="93" name="tab_parameters">
            <a:extLst xmlns:a="http://schemas.openxmlformats.org/drawingml/2006/main">
              <a:ext uri="{FF2B5EF4-FFF2-40B4-BE49-F238E27FC236}">
                <a16:creationId xmlns:a16="http://schemas.microsoft.com/office/drawing/2014/main" id="{B8E39E3D-3098-4C27-A00C-9D4F088CFE6F}"/>
              </a:ext>
            </a:extLst>
          </p:cNvPr>
          <p:cNvSpPr>
            <a:spLocks xmlns:a="http://schemas.openxmlformats.org/drawingml/2006/main" noGrp="1"/>
          </p:cNvSpPr>
          <p:nvPr/>
        </p:nvSpPr>
        <p:spPr>
          <a:xfrm xmlns:a="http://schemas.openxmlformats.org/drawingml/2006/main">
            <a:off x="57150" y="3581400"/>
            <a:ext cx="504825" cy="3933825"/>
          </a:xfrm>
          <a:prstGeom xmlns:a="http://schemas.openxmlformats.org/drawingml/2006/main" prst="roundRect">
            <a:avLst>
              <a:gd name="adj" fmla="val 13208"/>
            </a:avLst>
          </a:prstGeom>
          <a:solidFill xmlns:a="http://schemas.openxmlformats.org/drawingml/2006/main">
            <a:srgbClr val="BADFD1"/>
          </a:solidFill>
          <a:ln xmlns:a="http://schemas.openxmlformats.org/drawingml/2006/main" w="0">
            <a:solidFill>
              <a:srgbClr val="BCDAF2"/>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2000"/>
              </a:lnSpc>
              <a:buNone/>
              <a:defRPr sz="1725" b="1">
                <a:solidFill>
                  <a:srgbClr val="111111"/>
                </a:solidFill>
                <a:latin typeface="Source Han Sans CN"/>
                <a:ea typeface="Source Han Sans CN"/>
                <a:cs typeface="Source Han Sans CN"/>
              </a:defRPr>
            </a:pPr>
            <a:r>
              <a:rPr sz="1725" b="1">
                <a:solidFill>
                  <a:srgbClr val="111111"/>
                </a:solidFill>
                <a:latin typeface="Source Han Sans CN"/>
                <a:ea typeface="Source Han Sans CN"/>
                <a:cs typeface="Source Han Sans CN"/>
              </a:rPr>
              <a:t>关</a:t>
            </a:r>
          </a:p>
          <a:p xmlns:a="http://schemas.openxmlformats.org/drawingml/2006/main">
            <a:pPr algn="ctr">
              <a:lnSpc>
                <a:spcPct val="82000"/>
              </a:lnSpc>
              <a:buNone/>
              <a:defRPr sz="1725" b="1">
                <a:solidFill>
                  <a:srgbClr val="111111"/>
                </a:solidFill>
                <a:latin typeface="Source Han Sans CN"/>
                <a:ea typeface="Source Han Sans CN"/>
                <a:cs typeface="Source Han Sans CN"/>
              </a:defRPr>
            </a:pPr>
            <a:r>
              <a:rPr sz="1725" b="1">
                <a:solidFill>
                  <a:srgbClr val="111111"/>
                </a:solidFill>
                <a:latin typeface="Source Han Sans CN"/>
                <a:ea typeface="Source Han Sans CN"/>
                <a:cs typeface="Source Han Sans CN"/>
              </a:rPr>
              <a:t>键</a:t>
            </a:r>
          </a:p>
          <a:p xmlns:a="http://schemas.openxmlformats.org/drawingml/2006/main">
            <a:pPr algn="ctr">
              <a:lnSpc>
                <a:spcPct val="82000"/>
              </a:lnSpc>
              <a:buNone/>
              <a:defRPr sz="1725" b="1">
                <a:solidFill>
                  <a:srgbClr val="111111"/>
                </a:solidFill>
                <a:latin typeface="Source Han Sans CN"/>
                <a:ea typeface="Source Han Sans CN"/>
                <a:cs typeface="Source Han Sans CN"/>
              </a:defRPr>
            </a:pPr>
            <a:r>
              <a:rPr sz="1725" b="1">
                <a:solidFill>
                  <a:srgbClr val="111111"/>
                </a:solidFill>
                <a:latin typeface="Source Han Sans CN"/>
                <a:ea typeface="Source Han Sans CN"/>
                <a:cs typeface="Source Han Sans CN"/>
              </a:rPr>
              <a:t>参</a:t>
            </a:r>
          </a:p>
          <a:p xmlns:a="http://schemas.openxmlformats.org/drawingml/2006/main">
            <a:pPr algn="ctr">
              <a:lnSpc>
                <a:spcPct val="82000"/>
              </a:lnSpc>
              <a:buNone/>
              <a:defRPr sz="1725" b="1">
                <a:solidFill>
                  <a:srgbClr val="111111"/>
                </a:solidFill>
                <a:latin typeface="Source Han Sans CN"/>
                <a:ea typeface="Source Han Sans CN"/>
                <a:cs typeface="Source Han Sans CN"/>
              </a:defRPr>
            </a:pPr>
            <a:r>
              <a:rPr sz="1725" b="1">
                <a:solidFill>
                  <a:srgbClr val="111111"/>
                </a:solidFill>
                <a:latin typeface="Source Han Sans CN"/>
                <a:ea typeface="Source Han Sans CN"/>
                <a:cs typeface="Source Han Sans CN"/>
              </a:rPr>
              <a:t>数</a:t>
            </a:r>
          </a:p>
          <a:p xmlns:a="http://schemas.openxmlformats.org/drawingml/2006/main">
            <a:pPr algn="ctr">
              <a:lnSpc>
                <a:spcPct val="82000"/>
              </a:lnSpc>
              <a:buNone/>
              <a:defRPr sz="1725" b="1">
                <a:solidFill>
                  <a:srgbClr val="111111"/>
                </a:solidFill>
                <a:latin typeface="Source Han Sans CN"/>
                <a:ea typeface="Source Han Sans CN"/>
                <a:cs typeface="Source Han Sans CN"/>
              </a:defRPr>
            </a:pPr>
            <a:r>
              <a:rPr sz="1725" b="1">
                <a:solidFill>
                  <a:srgbClr val="111111"/>
                </a:solidFill>
                <a:latin typeface="Source Han Sans CN"/>
                <a:ea typeface="Source Han Sans CN"/>
                <a:cs typeface="Source Han Sans CN"/>
              </a:rPr>
              <a:t>提</a:t>
            </a:r>
          </a:p>
          <a:p xmlns:a="http://schemas.openxmlformats.org/drawingml/2006/main">
            <a:pPr algn="ctr">
              <a:lnSpc>
                <a:spcPct val="82000"/>
              </a:lnSpc>
              <a:buNone/>
              <a:defRPr sz="1725" b="1">
                <a:solidFill>
                  <a:srgbClr val="111111"/>
                </a:solidFill>
                <a:latin typeface="Source Han Sans CN"/>
                <a:ea typeface="Source Han Sans CN"/>
                <a:cs typeface="Source Han Sans CN"/>
              </a:defRPr>
            </a:pPr>
            <a:r>
              <a:rPr sz="1725" b="1">
                <a:solidFill>
                  <a:srgbClr val="111111"/>
                </a:solidFill>
                <a:latin typeface="Source Han Sans CN"/>
                <a:ea typeface="Source Han Sans CN"/>
                <a:cs typeface="Source Han Sans CN"/>
              </a:rPr>
              <a:t>取</a:t>
            </a:r>
          </a:p>
          <a:p xmlns:a="http://schemas.openxmlformats.org/drawingml/2006/main">
            <a:pPr algn="ctr">
              <a:lnSpc>
                <a:spcPct val="82000"/>
              </a:lnSpc>
              <a:buNone/>
              <a:defRPr sz="1725" b="1">
                <a:solidFill>
                  <a:srgbClr val="111111"/>
                </a:solidFill>
                <a:latin typeface="Source Han Sans CN"/>
                <a:ea typeface="Source Han Sans CN"/>
                <a:cs typeface="Source Han Sans CN"/>
              </a:defRPr>
            </a:pPr>
            <a:r>
              <a:rPr sz="1725" b="1">
                <a:solidFill>
                  <a:srgbClr val="111111"/>
                </a:solidFill>
                <a:latin typeface="Source Han Sans CN"/>
                <a:ea typeface="Source Han Sans CN"/>
                <a:cs typeface="Source Han Sans CN"/>
              </a:rPr>
              <a:t>与</a:t>
            </a:r>
          </a:p>
          <a:p xmlns:a="http://schemas.openxmlformats.org/drawingml/2006/main">
            <a:pPr algn="ctr">
              <a:lnSpc>
                <a:spcPct val="82000"/>
              </a:lnSpc>
              <a:buNone/>
              <a:defRPr sz="1725" b="1">
                <a:solidFill>
                  <a:srgbClr val="111111"/>
                </a:solidFill>
                <a:latin typeface="Source Han Sans CN"/>
                <a:ea typeface="Source Han Sans CN"/>
                <a:cs typeface="Source Han Sans CN"/>
              </a:defRPr>
            </a:pPr>
            <a:r>
              <a:rPr sz="1725" b="1">
                <a:solidFill>
                  <a:srgbClr val="111111"/>
                </a:solidFill>
                <a:latin typeface="Source Han Sans CN"/>
                <a:ea typeface="Source Han Sans CN"/>
                <a:cs typeface="Source Han Sans CN"/>
              </a:rPr>
              <a:t>测</a:t>
            </a:r>
          </a:p>
          <a:p xmlns:a="http://schemas.openxmlformats.org/drawingml/2006/main">
            <a:pPr algn="ctr">
              <a:lnSpc>
                <a:spcPct val="82000"/>
              </a:lnSpc>
              <a:buNone/>
              <a:defRPr sz="1725" b="1">
                <a:solidFill>
                  <a:srgbClr val="111111"/>
                </a:solidFill>
                <a:latin typeface="Source Han Sans CN"/>
                <a:ea typeface="Source Han Sans CN"/>
                <a:cs typeface="Source Han Sans CN"/>
              </a:defRPr>
            </a:pPr>
            <a:r>
              <a:rPr sz="1725" b="1">
                <a:solidFill>
                  <a:srgbClr val="111111"/>
                </a:solidFill>
                <a:latin typeface="Source Han Sans CN"/>
                <a:ea typeface="Source Han Sans CN"/>
                <a:cs typeface="Source Han Sans CN"/>
              </a:rPr>
              <a:t>量</a:t>
            </a:r>
          </a:p>
        </p:txBody>
      </p:sp>
      <p:sp>
        <p:nvSpPr>
          <p:cNvPr id="94" name="tab_methods">
            <a:extLst xmlns:a="http://schemas.openxmlformats.org/drawingml/2006/main">
              <a:ext uri="{FF2B5EF4-FFF2-40B4-BE49-F238E27FC236}">
                <a16:creationId xmlns:a16="http://schemas.microsoft.com/office/drawing/2014/main" id="{7EC27927-F4D9-4BBC-820C-C3493EECBAE2}"/>
              </a:ext>
            </a:extLst>
          </p:cNvPr>
          <p:cNvSpPr>
            <a:spLocks xmlns:a="http://schemas.openxmlformats.org/drawingml/2006/main" noGrp="1"/>
          </p:cNvSpPr>
          <p:nvPr/>
        </p:nvSpPr>
        <p:spPr>
          <a:xfrm xmlns:a="http://schemas.openxmlformats.org/drawingml/2006/main">
            <a:off x="57150" y="7667625"/>
            <a:ext cx="495300" cy="3429000"/>
          </a:xfrm>
          <a:prstGeom xmlns:a="http://schemas.openxmlformats.org/drawingml/2006/main" prst="roundRect">
            <a:avLst>
              <a:gd name="adj" fmla="val 13462"/>
            </a:avLst>
          </a:prstGeom>
          <a:solidFill xmlns:a="http://schemas.openxmlformats.org/drawingml/2006/main">
            <a:srgbClr val="F8D8DA"/>
          </a:solidFill>
          <a:ln xmlns:a="http://schemas.openxmlformats.org/drawingml/2006/main" w="0">
            <a:solidFill>
              <a:srgbClr val="BCDAF2"/>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2000"/>
              </a:lnSpc>
              <a:buNone/>
              <a:defRPr sz="1763" b="1">
                <a:solidFill>
                  <a:srgbClr val="111111"/>
                </a:solidFill>
                <a:latin typeface="Source Han Sans CN"/>
                <a:ea typeface="Source Han Sans CN"/>
                <a:cs typeface="Source Han Sans CN"/>
              </a:defRPr>
            </a:pPr>
            <a:r>
              <a:rPr sz="1763" b="1">
                <a:solidFill>
                  <a:srgbClr val="111111"/>
                </a:solidFill>
                <a:latin typeface="Source Han Sans CN"/>
                <a:ea typeface="Source Han Sans CN"/>
                <a:cs typeface="Source Han Sans CN"/>
              </a:rPr>
              <a:t>方</a:t>
            </a:r>
          </a:p>
          <a:p xmlns:a="http://schemas.openxmlformats.org/drawingml/2006/main">
            <a:pPr algn="ctr">
              <a:lnSpc>
                <a:spcPct val="82000"/>
              </a:lnSpc>
              <a:buNone/>
              <a:defRPr sz="1763" b="1">
                <a:solidFill>
                  <a:srgbClr val="111111"/>
                </a:solidFill>
                <a:latin typeface="Source Han Sans CN"/>
                <a:ea typeface="Source Han Sans CN"/>
                <a:cs typeface="Source Han Sans CN"/>
              </a:defRPr>
            </a:pPr>
            <a:r>
              <a:rPr sz="1763" b="1">
                <a:solidFill>
                  <a:srgbClr val="111111"/>
                </a:solidFill>
                <a:latin typeface="Source Han Sans CN"/>
                <a:ea typeface="Source Han Sans CN"/>
                <a:cs typeface="Source Han Sans CN"/>
              </a:rPr>
              <a:t>法</a:t>
            </a:r>
          </a:p>
          <a:p xmlns:a="http://schemas.openxmlformats.org/drawingml/2006/main">
            <a:pPr algn="ctr">
              <a:lnSpc>
                <a:spcPct val="82000"/>
              </a:lnSpc>
              <a:buNone/>
              <a:defRPr sz="1763" b="1">
                <a:solidFill>
                  <a:srgbClr val="111111"/>
                </a:solidFill>
                <a:latin typeface="Source Han Sans CN"/>
                <a:ea typeface="Source Han Sans CN"/>
                <a:cs typeface="Source Han Sans CN"/>
              </a:defRPr>
            </a:pPr>
            <a:r>
              <a:rPr sz="1763" b="1">
                <a:solidFill>
                  <a:srgbClr val="111111"/>
                </a:solidFill>
                <a:latin typeface="Source Han Sans CN"/>
                <a:ea typeface="Source Han Sans CN"/>
                <a:cs typeface="Source Han Sans CN"/>
              </a:rPr>
              <a:t>整</a:t>
            </a:r>
          </a:p>
          <a:p xmlns:a="http://schemas.openxmlformats.org/drawingml/2006/main">
            <a:pPr algn="ctr">
              <a:lnSpc>
                <a:spcPct val="82000"/>
              </a:lnSpc>
              <a:buNone/>
              <a:defRPr sz="1763" b="1">
                <a:solidFill>
                  <a:srgbClr val="111111"/>
                </a:solidFill>
                <a:latin typeface="Source Han Sans CN"/>
                <a:ea typeface="Source Han Sans CN"/>
                <a:cs typeface="Source Han Sans CN"/>
              </a:defRPr>
            </a:pPr>
            <a:r>
              <a:rPr sz="1763" b="1">
                <a:solidFill>
                  <a:srgbClr val="111111"/>
                </a:solidFill>
                <a:latin typeface="Source Han Sans CN"/>
                <a:ea typeface="Source Han Sans CN"/>
                <a:cs typeface="Source Han Sans CN"/>
              </a:rPr>
              <a:t>合</a:t>
            </a:r>
          </a:p>
          <a:p xmlns:a="http://schemas.openxmlformats.org/drawingml/2006/main">
            <a:pPr algn="ctr">
              <a:lnSpc>
                <a:spcPct val="82000"/>
              </a:lnSpc>
              <a:buNone/>
              <a:defRPr sz="1763" b="1">
                <a:solidFill>
                  <a:srgbClr val="111111"/>
                </a:solidFill>
                <a:latin typeface="Source Han Sans CN"/>
                <a:ea typeface="Source Han Sans CN"/>
                <a:cs typeface="Source Han Sans CN"/>
              </a:defRPr>
            </a:pPr>
            <a:r>
              <a:rPr sz="1763" b="1">
                <a:solidFill>
                  <a:srgbClr val="111111"/>
                </a:solidFill>
                <a:latin typeface="Source Han Sans CN"/>
                <a:ea typeface="Source Han Sans CN"/>
                <a:cs typeface="Source Han Sans CN"/>
              </a:rPr>
              <a:t>与</a:t>
            </a:r>
          </a:p>
          <a:p xmlns:a="http://schemas.openxmlformats.org/drawingml/2006/main">
            <a:pPr algn="ctr">
              <a:lnSpc>
                <a:spcPct val="82000"/>
              </a:lnSpc>
              <a:buNone/>
              <a:defRPr sz="1763" b="1">
                <a:solidFill>
                  <a:srgbClr val="111111"/>
                </a:solidFill>
                <a:latin typeface="Source Han Sans CN"/>
                <a:ea typeface="Source Han Sans CN"/>
                <a:cs typeface="Source Han Sans CN"/>
              </a:defRPr>
            </a:pPr>
            <a:r>
              <a:rPr sz="1763" b="1">
                <a:solidFill>
                  <a:srgbClr val="111111"/>
                </a:solidFill>
                <a:latin typeface="Source Han Sans CN"/>
                <a:ea typeface="Source Han Sans CN"/>
                <a:cs typeface="Source Han Sans CN"/>
              </a:rPr>
              <a:t>验</a:t>
            </a:r>
          </a:p>
          <a:p xmlns:a="http://schemas.openxmlformats.org/drawingml/2006/main">
            <a:pPr algn="ctr">
              <a:lnSpc>
                <a:spcPct val="82000"/>
              </a:lnSpc>
              <a:buNone/>
              <a:defRPr sz="1763" b="1">
                <a:solidFill>
                  <a:srgbClr val="111111"/>
                </a:solidFill>
                <a:latin typeface="Source Han Sans CN"/>
                <a:ea typeface="Source Han Sans CN"/>
                <a:cs typeface="Source Han Sans CN"/>
              </a:defRPr>
            </a:pPr>
            <a:r>
              <a:rPr sz="1763" b="1">
                <a:solidFill>
                  <a:srgbClr val="111111"/>
                </a:solidFill>
                <a:latin typeface="Source Han Sans CN"/>
                <a:ea typeface="Source Han Sans CN"/>
                <a:cs typeface="Source Han Sans CN"/>
              </a:rPr>
              <a:t>证</a:t>
            </a:r>
          </a:p>
        </p:txBody>
      </p:sp>
      <p:sp>
        <p:nvSpPr>
          <p:cNvPr id="95" name="tab_mechanism">
            <a:extLst xmlns:a="http://schemas.openxmlformats.org/drawingml/2006/main">
              <a:ext uri="{FF2B5EF4-FFF2-40B4-BE49-F238E27FC236}">
                <a16:creationId xmlns:a16="http://schemas.microsoft.com/office/drawing/2014/main" id="{3BC0221F-35B2-4144-BF96-E3515AECB01C}"/>
              </a:ext>
            </a:extLst>
          </p:cNvPr>
          <p:cNvSpPr>
            <a:spLocks xmlns:a="http://schemas.openxmlformats.org/drawingml/2006/main" noGrp="1"/>
          </p:cNvSpPr>
          <p:nvPr/>
        </p:nvSpPr>
        <p:spPr>
          <a:xfrm xmlns:a="http://schemas.openxmlformats.org/drawingml/2006/main">
            <a:off x="57150" y="11372850"/>
            <a:ext cx="476250" cy="2571750"/>
          </a:xfrm>
          <a:prstGeom xmlns:a="http://schemas.openxmlformats.org/drawingml/2006/main" prst="roundRect">
            <a:avLst>
              <a:gd name="adj" fmla="val 14000"/>
            </a:avLst>
          </a:prstGeom>
          <a:solidFill xmlns:a="http://schemas.openxmlformats.org/drawingml/2006/main">
            <a:srgbClr val="FEE7BF"/>
          </a:solidFill>
          <a:ln xmlns:a="http://schemas.openxmlformats.org/drawingml/2006/main" w="0">
            <a:solidFill>
              <a:srgbClr val="BCDAF2"/>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75000"/>
              </a:lnSpc>
              <a:buNone/>
              <a:defRPr sz="1613" b="1">
                <a:solidFill>
                  <a:srgbClr val="111111"/>
                </a:solidFill>
                <a:latin typeface="Source Han Sans CN"/>
                <a:ea typeface="Source Han Sans CN"/>
                <a:cs typeface="Source Han Sans CN"/>
              </a:defRPr>
            </a:pPr>
            <a:r>
              <a:rPr sz="1613" b="1">
                <a:solidFill>
                  <a:srgbClr val="111111"/>
                </a:solidFill>
                <a:latin typeface="Source Han Sans CN"/>
                <a:ea typeface="Source Han Sans CN"/>
                <a:cs typeface="Source Han Sans CN"/>
              </a:rPr>
              <a:t>机</a:t>
            </a:r>
          </a:p>
          <a:p xmlns:a="http://schemas.openxmlformats.org/drawingml/2006/main">
            <a:pPr algn="ctr">
              <a:lnSpc>
                <a:spcPct val="75000"/>
              </a:lnSpc>
              <a:buNone/>
              <a:defRPr sz="1613" b="1">
                <a:solidFill>
                  <a:srgbClr val="111111"/>
                </a:solidFill>
                <a:latin typeface="Source Han Sans CN"/>
                <a:ea typeface="Source Han Sans CN"/>
                <a:cs typeface="Source Han Sans CN"/>
              </a:defRPr>
            </a:pPr>
            <a:r>
              <a:rPr sz="1613" b="1">
                <a:solidFill>
                  <a:srgbClr val="111111"/>
                </a:solidFill>
                <a:latin typeface="Source Han Sans CN"/>
                <a:ea typeface="Source Han Sans CN"/>
                <a:cs typeface="Source Han Sans CN"/>
              </a:rPr>
              <a:t>理</a:t>
            </a:r>
          </a:p>
          <a:p xmlns:a="http://schemas.openxmlformats.org/drawingml/2006/main">
            <a:pPr algn="ctr">
              <a:lnSpc>
                <a:spcPct val="75000"/>
              </a:lnSpc>
              <a:buNone/>
              <a:defRPr sz="1613" b="1">
                <a:solidFill>
                  <a:srgbClr val="111111"/>
                </a:solidFill>
                <a:latin typeface="Source Han Sans CN"/>
                <a:ea typeface="Source Han Sans CN"/>
                <a:cs typeface="Source Han Sans CN"/>
              </a:defRPr>
            </a:pPr>
            <a:r>
              <a:rPr sz="1613" b="1">
                <a:solidFill>
                  <a:srgbClr val="111111"/>
                </a:solidFill>
                <a:latin typeface="Source Han Sans CN"/>
                <a:ea typeface="Source Han Sans CN"/>
                <a:cs typeface="Source Han Sans CN"/>
              </a:rPr>
              <a:t>解</a:t>
            </a:r>
          </a:p>
          <a:p xmlns:a="http://schemas.openxmlformats.org/drawingml/2006/main">
            <a:pPr algn="ctr">
              <a:lnSpc>
                <a:spcPct val="75000"/>
              </a:lnSpc>
              <a:buNone/>
              <a:defRPr sz="1613" b="1">
                <a:solidFill>
                  <a:srgbClr val="111111"/>
                </a:solidFill>
                <a:latin typeface="Source Han Sans CN"/>
                <a:ea typeface="Source Han Sans CN"/>
                <a:cs typeface="Source Han Sans CN"/>
              </a:defRPr>
            </a:pPr>
            <a:r>
              <a:rPr sz="1613" b="1">
                <a:solidFill>
                  <a:srgbClr val="111111"/>
                </a:solidFill>
                <a:latin typeface="Source Han Sans CN"/>
                <a:ea typeface="Source Han Sans CN"/>
                <a:cs typeface="Source Han Sans CN"/>
              </a:rPr>
              <a:t>析</a:t>
            </a:r>
          </a:p>
          <a:p xmlns:a="http://schemas.openxmlformats.org/drawingml/2006/main">
            <a:pPr algn="ctr">
              <a:lnSpc>
                <a:spcPct val="75000"/>
              </a:lnSpc>
              <a:buNone/>
              <a:defRPr sz="1613" b="1">
                <a:solidFill>
                  <a:srgbClr val="111111"/>
                </a:solidFill>
                <a:latin typeface="Source Han Sans CN"/>
                <a:ea typeface="Source Han Sans CN"/>
                <a:cs typeface="Source Han Sans CN"/>
              </a:defRPr>
            </a:pPr>
            <a:r>
              <a:rPr sz="1613" b="1">
                <a:solidFill>
                  <a:srgbClr val="111111"/>
                </a:solidFill>
                <a:latin typeface="Source Han Sans CN"/>
                <a:ea typeface="Source Han Sans CN"/>
                <a:cs typeface="Source Han Sans CN"/>
              </a:rPr>
              <a:t>与</a:t>
            </a:r>
          </a:p>
          <a:p xmlns:a="http://schemas.openxmlformats.org/drawingml/2006/main">
            <a:pPr algn="ctr">
              <a:lnSpc>
                <a:spcPct val="75000"/>
              </a:lnSpc>
              <a:buNone/>
              <a:defRPr sz="1613" b="1">
                <a:solidFill>
                  <a:srgbClr val="111111"/>
                </a:solidFill>
                <a:latin typeface="Source Han Sans CN"/>
                <a:ea typeface="Source Han Sans CN"/>
                <a:cs typeface="Source Han Sans CN"/>
              </a:defRPr>
            </a:pPr>
            <a:r>
              <a:rPr sz="1613" b="1">
                <a:solidFill>
                  <a:srgbClr val="111111"/>
                </a:solidFill>
                <a:latin typeface="Source Han Sans CN"/>
                <a:ea typeface="Source Han Sans CN"/>
                <a:cs typeface="Source Han Sans CN"/>
              </a:rPr>
              <a:t>效</a:t>
            </a:r>
          </a:p>
          <a:p xmlns:a="http://schemas.openxmlformats.org/drawingml/2006/main">
            <a:pPr algn="ctr">
              <a:lnSpc>
                <a:spcPct val="75000"/>
              </a:lnSpc>
              <a:buNone/>
              <a:defRPr sz="1613" b="1">
                <a:solidFill>
                  <a:srgbClr val="111111"/>
                </a:solidFill>
                <a:latin typeface="Source Han Sans CN"/>
                <a:ea typeface="Source Han Sans CN"/>
                <a:cs typeface="Source Han Sans CN"/>
              </a:defRPr>
            </a:pPr>
            <a:r>
              <a:rPr sz="1613" b="1">
                <a:solidFill>
                  <a:srgbClr val="111111"/>
                </a:solidFill>
                <a:latin typeface="Source Han Sans CN"/>
                <a:ea typeface="Source Han Sans CN"/>
                <a:cs typeface="Source Han Sans CN"/>
              </a:rPr>
              <a:t>果</a:t>
            </a:r>
          </a:p>
          <a:p xmlns:a="http://schemas.openxmlformats.org/drawingml/2006/main">
            <a:pPr algn="ctr">
              <a:lnSpc>
                <a:spcPct val="75000"/>
              </a:lnSpc>
              <a:buNone/>
              <a:defRPr sz="1613" b="1">
                <a:solidFill>
                  <a:srgbClr val="111111"/>
                </a:solidFill>
                <a:latin typeface="Source Han Sans CN"/>
                <a:ea typeface="Source Han Sans CN"/>
                <a:cs typeface="Source Han Sans CN"/>
              </a:defRPr>
            </a:pPr>
            <a:r>
              <a:rPr sz="1613" b="1">
                <a:solidFill>
                  <a:srgbClr val="111111"/>
                </a:solidFill>
                <a:latin typeface="Source Han Sans CN"/>
                <a:ea typeface="Source Han Sans CN"/>
                <a:cs typeface="Source Han Sans CN"/>
              </a:rPr>
              <a:t>预</a:t>
            </a:r>
          </a:p>
          <a:p xmlns:a="http://schemas.openxmlformats.org/drawingml/2006/main">
            <a:pPr algn="ctr">
              <a:lnSpc>
                <a:spcPct val="75000"/>
              </a:lnSpc>
              <a:buNone/>
              <a:defRPr sz="1613" b="1">
                <a:solidFill>
                  <a:srgbClr val="111111"/>
                </a:solidFill>
                <a:latin typeface="Source Han Sans CN"/>
                <a:ea typeface="Source Han Sans CN"/>
                <a:cs typeface="Source Han Sans CN"/>
              </a:defRPr>
            </a:pPr>
            <a:r>
              <a:rPr sz="1613" b="1">
                <a:solidFill>
                  <a:srgbClr val="111111"/>
                </a:solidFill>
                <a:latin typeface="Source Han Sans CN"/>
                <a:ea typeface="Source Han Sans CN"/>
                <a:cs typeface="Source Han Sans CN"/>
              </a:rPr>
              <a:t>测</a:t>
            </a:r>
          </a:p>
        </p:txBody>
      </p:sp>
      <p:sp>
        <p:nvSpPr>
          <p:cNvPr id="96" name="p11_title">
            <a:extLst xmlns:a="http://schemas.openxmlformats.org/drawingml/2006/main">
              <a:ext uri="{FF2B5EF4-FFF2-40B4-BE49-F238E27FC236}">
                <a16:creationId xmlns:a16="http://schemas.microsoft.com/office/drawing/2014/main" id="{18A7BD74-1A5F-4BD8-A1E5-671E370662BA}"/>
              </a:ext>
            </a:extLst>
          </p:cNvPr>
          <p:cNvSpPr>
            <a:spLocks xmlns:a="http://schemas.openxmlformats.org/drawingml/2006/main" noGrp="1"/>
          </p:cNvSpPr>
          <p:nvPr/>
        </p:nvSpPr>
        <p:spPr>
          <a:xfrm xmlns:a="http://schemas.openxmlformats.org/drawingml/2006/main">
            <a:off x="790575" y="847725"/>
            <a:ext cx="3190875" cy="390525"/>
          </a:xfrm>
          <a:prstGeom xmlns:a="http://schemas.openxmlformats.org/drawingml/2006/main" prst="rect">
            <a:avLst/>
          </a:prstGeom>
          <a:solidFill xmlns:a="http://schemas.openxmlformats.org/drawingml/2006/main">
            <a:srgbClr val="DEEBFA"/>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35" b="1">
                <a:solidFill>
                  <a:srgbClr val="111111"/>
                </a:solidFill>
                <a:latin typeface="Source Han Sans CN"/>
                <a:ea typeface="Source Han Sans CN"/>
                <a:cs typeface="Source Han Sans CN"/>
              </a:defRPr>
            </a:pPr>
            <a:r>
              <a:rPr sz="1335" b="1">
                <a:solidFill>
                  <a:srgbClr val="111111"/>
                </a:solidFill>
                <a:latin typeface="Source Han Sans CN"/>
                <a:ea typeface="Source Han Sans CN"/>
                <a:cs typeface="Source Han Sans CN"/>
              </a:rPr>
              <a:t>骨质疏松性胸腰椎骨折的基本概念与特征</a:t>
            </a:r>
          </a:p>
        </p:txBody>
      </p:sp>
      <p:sp>
        <p:nvSpPr>
          <p:cNvPr id="97" name="p11_body">
            <a:extLst xmlns:a="http://schemas.openxmlformats.org/drawingml/2006/main">
              <a:ext uri="{FF2B5EF4-FFF2-40B4-BE49-F238E27FC236}">
                <a16:creationId xmlns:a16="http://schemas.microsoft.com/office/drawing/2014/main" id="{1A76C28A-7096-46D6-9F2E-7F5096410206}"/>
              </a:ext>
            </a:extLst>
          </p:cNvPr>
          <p:cNvSpPr>
            <a:spLocks xmlns:a="http://schemas.openxmlformats.org/drawingml/2006/main" noGrp="1"/>
          </p:cNvSpPr>
          <p:nvPr/>
        </p:nvSpPr>
        <p:spPr>
          <a:xfrm xmlns:a="http://schemas.openxmlformats.org/drawingml/2006/main">
            <a:off x="904875" y="1333500"/>
            <a:ext cx="2514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l">
              <a:lnSpc>
                <a:spcPct val="126000"/>
              </a:lnSpc>
              <a:buNone/>
              <a:defRPr sz="1260" b="0">
                <a:solidFill>
                  <a:srgbClr val="111111"/>
                </a:solidFill>
                <a:latin typeface="Source Han Sans CN"/>
                <a:ea typeface="Source Han Sans CN"/>
                <a:cs typeface="Source Han Sans CN"/>
              </a:defRPr>
            </a:pPr>
            <a:r>
              <a:rPr sz="1260" b="0">
                <a:solidFill>
                  <a:srgbClr val="111111"/>
                </a:solidFill>
                <a:latin typeface="Source Han Sans CN"/>
                <a:ea typeface="Source Han Sans CN"/>
                <a:cs typeface="Source Han Sans CN"/>
              </a:rPr>
              <a:t>骨质疏松导致骨小梁退化</a:t>
            </a:r>
          </a:p>
          <a:p xmlns:a="http://schemas.openxmlformats.org/drawingml/2006/main">
            <a:pPr algn="l">
              <a:lnSpc>
                <a:spcPct val="126000"/>
              </a:lnSpc>
              <a:buNone/>
              <a:defRPr sz="1260" b="0">
                <a:solidFill>
                  <a:srgbClr val="111111"/>
                </a:solidFill>
                <a:latin typeface="Source Han Sans CN"/>
                <a:ea typeface="Source Han Sans CN"/>
                <a:cs typeface="Source Han Sans CN"/>
              </a:defRPr>
            </a:pPr>
            <a:r>
              <a:rPr sz="1260" b="0">
                <a:solidFill>
                  <a:srgbClr val="111111"/>
                </a:solidFill>
                <a:latin typeface="Source Han Sans CN"/>
                <a:ea typeface="Source Han Sans CN"/>
                <a:cs typeface="Source Han Sans CN"/>
              </a:rPr>
              <a:t>胸腰段应力集中，易发生压缩骨折</a:t>
            </a:r>
          </a:p>
          <a:p xmlns:a="http://schemas.openxmlformats.org/drawingml/2006/main">
            <a:pPr algn="l">
              <a:lnSpc>
                <a:spcPct val="126000"/>
              </a:lnSpc>
              <a:buNone/>
              <a:defRPr sz="1260" b="0">
                <a:solidFill>
                  <a:srgbClr val="111111"/>
                </a:solidFill>
                <a:latin typeface="Source Han Sans CN"/>
                <a:ea typeface="Source Han Sans CN"/>
                <a:cs typeface="Source Han Sans CN"/>
              </a:defRPr>
            </a:pPr>
            <a:r>
              <a:rPr sz="1260" b="0">
                <a:solidFill>
                  <a:srgbClr val="111111"/>
                </a:solidFill>
                <a:latin typeface="Source Han Sans CN"/>
                <a:ea typeface="Source Han Sans CN"/>
                <a:cs typeface="Source Han Sans CN"/>
              </a:rPr>
              <a:t>椎弓根螺钉固定是主要治疗策略</a:t>
            </a:r>
          </a:p>
        </p:txBody>
      </p:sp>
      <p:sp>
        <p:nvSpPr>
          <p:cNvPr id="98" name="p11_core">
            <a:extLst xmlns:a="http://schemas.openxmlformats.org/drawingml/2006/main">
              <a:ext uri="{FF2B5EF4-FFF2-40B4-BE49-F238E27FC236}">
                <a16:creationId xmlns:a16="http://schemas.microsoft.com/office/drawing/2014/main" id="{E5126041-7BD9-44E0-80FD-73F685C5740C}"/>
              </a:ext>
            </a:extLst>
          </p:cNvPr>
          <p:cNvSpPr>
            <a:spLocks xmlns:a="http://schemas.openxmlformats.org/drawingml/2006/main" noGrp="1"/>
          </p:cNvSpPr>
          <p:nvPr/>
        </p:nvSpPr>
        <p:spPr>
          <a:xfrm xmlns:a="http://schemas.openxmlformats.org/drawingml/2006/main">
            <a:off x="895350" y="2314575"/>
            <a:ext cx="1323975" cy="771525"/>
          </a:xfrm>
          <a:prstGeom xmlns:a="http://schemas.openxmlformats.org/drawingml/2006/main" prst="roundRect">
            <a:avLst>
              <a:gd name="adj" fmla="val 8642"/>
            </a:avLst>
          </a:prstGeom>
          <a:solidFill xmlns:a="http://schemas.openxmlformats.org/drawingml/2006/main">
            <a:srgbClr val="FFFFFF"/>
          </a:solidFill>
          <a:ln xmlns:a="http://schemas.openxmlformats.org/drawingml/2006/main" w="11906">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15" b="1">
                <a:solidFill>
                  <a:srgbClr val="111111"/>
                </a:solidFill>
                <a:latin typeface="Source Han Sans CN"/>
                <a:ea typeface="Source Han Sans CN"/>
                <a:cs typeface="Source Han Sans CN"/>
              </a:defRPr>
            </a:pPr>
            <a:r>
              <a:rPr sz="1215" b="1">
                <a:solidFill>
                  <a:srgbClr val="111111"/>
                </a:solidFill>
                <a:latin typeface="Source Han Sans CN"/>
                <a:ea typeface="Source Han Sans CN"/>
                <a:cs typeface="Source Han Sans CN"/>
              </a:rPr>
              <a:t>核心：减轻疼痛、</a:t>
            </a:r>
          </a:p>
          <a:p xmlns:a="http://schemas.openxmlformats.org/drawingml/2006/main">
            <a:pPr algn="ctr">
              <a:lnSpc>
                <a:spcPct val="96000"/>
              </a:lnSpc>
              <a:buNone/>
              <a:defRPr sz="1215" b="1">
                <a:solidFill>
                  <a:srgbClr val="111111"/>
                </a:solidFill>
                <a:latin typeface="Source Han Sans CN"/>
                <a:ea typeface="Source Han Sans CN"/>
                <a:cs typeface="Source Han Sans CN"/>
              </a:defRPr>
            </a:pPr>
            <a:r>
              <a:rPr sz="1215" b="1">
                <a:solidFill>
                  <a:srgbClr val="111111"/>
                </a:solidFill>
                <a:latin typeface="Source Han Sans CN"/>
                <a:ea typeface="Source Han Sans CN"/>
                <a:cs typeface="Source Han Sans CN"/>
              </a:rPr>
              <a:t>恢复椎体高度</a:t>
            </a:r>
          </a:p>
        </p:txBody>
      </p:sp>
      <p:sp>
        <p:nvSpPr>
          <p:cNvPr id="99" name="p11_emphasis">
            <a:extLst xmlns:a="http://schemas.openxmlformats.org/drawingml/2006/main">
              <a:ext uri="{FF2B5EF4-FFF2-40B4-BE49-F238E27FC236}">
                <a16:creationId xmlns:a16="http://schemas.microsoft.com/office/drawing/2014/main" id="{FA033BEE-C6A0-457B-9546-391FD3ACCB21}"/>
              </a:ext>
            </a:extLst>
          </p:cNvPr>
          <p:cNvSpPr>
            <a:spLocks xmlns:a="http://schemas.openxmlformats.org/drawingml/2006/main" noGrp="1"/>
          </p:cNvSpPr>
          <p:nvPr/>
        </p:nvSpPr>
        <p:spPr>
          <a:xfrm xmlns:a="http://schemas.openxmlformats.org/drawingml/2006/main">
            <a:off x="2409825" y="2314575"/>
            <a:ext cx="1438275" cy="771525"/>
          </a:xfrm>
          <a:prstGeom xmlns:a="http://schemas.openxmlformats.org/drawingml/2006/main" prst="roundRect">
            <a:avLst>
              <a:gd name="adj" fmla="val 8642"/>
            </a:avLst>
          </a:prstGeom>
          <a:solidFill xmlns:a="http://schemas.openxmlformats.org/drawingml/2006/main">
            <a:srgbClr val="FFFFFF"/>
          </a:solidFill>
          <a:ln xmlns:a="http://schemas.openxmlformats.org/drawingml/2006/main" w="11906">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85" b="1">
                <a:solidFill>
                  <a:srgbClr val="111111"/>
                </a:solidFill>
                <a:latin typeface="Source Han Sans CN"/>
                <a:ea typeface="Source Han Sans CN"/>
                <a:cs typeface="Source Han Sans CN"/>
              </a:defRPr>
            </a:pPr>
            <a:r>
              <a:rPr sz="1185" b="1">
                <a:solidFill>
                  <a:srgbClr val="111111"/>
                </a:solidFill>
                <a:latin typeface="Source Han Sans CN"/>
                <a:ea typeface="Source Han Sans CN"/>
                <a:cs typeface="Source Han Sans CN"/>
              </a:rPr>
              <a:t>强调：提升内固定</a:t>
            </a:r>
          </a:p>
          <a:p xmlns:a="http://schemas.openxmlformats.org/drawingml/2006/main">
            <a:pPr algn="ctr">
              <a:lnSpc>
                <a:spcPct val="96000"/>
              </a:lnSpc>
              <a:buNone/>
              <a:defRPr sz="1185" b="1">
                <a:solidFill>
                  <a:srgbClr val="111111"/>
                </a:solidFill>
                <a:latin typeface="Source Han Sans CN"/>
                <a:ea typeface="Source Han Sans CN"/>
                <a:cs typeface="Source Han Sans CN"/>
              </a:defRPr>
            </a:pPr>
            <a:r>
              <a:rPr sz="1185" b="1">
                <a:solidFill>
                  <a:srgbClr val="111111"/>
                </a:solidFill>
                <a:latin typeface="Source Han Sans CN"/>
                <a:ea typeface="Source Han Sans CN"/>
                <a:cs typeface="Source Han Sans CN"/>
              </a:rPr>
              <a:t>稳定性，降低</a:t>
            </a:r>
          </a:p>
          <a:p xmlns:a="http://schemas.openxmlformats.org/drawingml/2006/main">
            <a:pPr algn="ctr">
              <a:lnSpc>
                <a:spcPct val="96000"/>
              </a:lnSpc>
              <a:buNone/>
              <a:defRPr sz="1185" b="1">
                <a:solidFill>
                  <a:srgbClr val="111111"/>
                </a:solidFill>
                <a:latin typeface="Source Han Sans CN"/>
                <a:ea typeface="Source Han Sans CN"/>
                <a:cs typeface="Source Han Sans CN"/>
              </a:defRPr>
            </a:pPr>
            <a:r>
              <a:rPr sz="1185" b="1">
                <a:solidFill>
                  <a:srgbClr val="111111"/>
                </a:solidFill>
                <a:latin typeface="Source Han Sans CN"/>
                <a:ea typeface="Source Han Sans CN"/>
                <a:cs typeface="Source Han Sans CN"/>
              </a:rPr>
              <a:t>松动风险</a:t>
            </a:r>
          </a:p>
        </p:txBody>
      </p:sp>
      <p:sp>
        <p:nvSpPr>
          <p:cNvPr id="100" name="p11_lead_label">
            <a:extLst xmlns:a="http://schemas.openxmlformats.org/drawingml/2006/main">
              <a:ext uri="{FF2B5EF4-FFF2-40B4-BE49-F238E27FC236}">
                <a16:creationId xmlns:a16="http://schemas.microsoft.com/office/drawing/2014/main" id="{70485453-B658-4CC6-8C10-2D942223F40F}"/>
              </a:ext>
            </a:extLst>
          </p:cNvPr>
          <p:cNvSpPr>
            <a:spLocks xmlns:a="http://schemas.openxmlformats.org/drawingml/2006/main" noGrp="1"/>
          </p:cNvSpPr>
          <p:nvPr/>
        </p:nvSpPr>
        <p:spPr>
          <a:xfrm xmlns:a="http://schemas.openxmlformats.org/drawingml/2006/main">
            <a:off x="3533775" y="1457325"/>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2000"/>
              </a:lnSpc>
              <a:buNone/>
              <a:defRPr sz="1125" b="1">
                <a:solidFill>
                  <a:srgbClr val="111111"/>
                </a:solidFill>
                <a:latin typeface="Source Han Sans CN"/>
                <a:ea typeface="Source Han Sans CN"/>
                <a:cs typeface="Source Han Sans CN"/>
              </a:defRPr>
            </a:pPr>
            <a:r>
              <a:rPr sz="1125" b="1">
                <a:solidFill>
                  <a:srgbClr val="111111"/>
                </a:solidFill>
                <a:latin typeface="Source Han Sans CN"/>
                <a:ea typeface="Source Han Sans CN"/>
                <a:cs typeface="Source Han Sans CN"/>
              </a:rPr>
              <a:t>引出</a:t>
            </a:r>
          </a:p>
        </p:txBody>
      </p:sp>
      <p:sp>
        <p:nvSpPr>
          <p:cNvPr id="101" name="p11_summary_label">
            <a:extLst xmlns:a="http://schemas.openxmlformats.org/drawingml/2006/main">
              <a:ext uri="{FF2B5EF4-FFF2-40B4-BE49-F238E27FC236}">
                <a16:creationId xmlns:a16="http://schemas.microsoft.com/office/drawing/2014/main" id="{77F1D4F9-EDD0-48F8-BD91-46FAA7288C53}"/>
              </a:ext>
            </a:extLst>
          </p:cNvPr>
          <p:cNvSpPr>
            <a:spLocks xmlns:a="http://schemas.openxmlformats.org/drawingml/2006/main" noGrp="1"/>
          </p:cNvSpPr>
          <p:nvPr/>
        </p:nvSpPr>
        <p:spPr>
          <a:xfrm xmlns:a="http://schemas.openxmlformats.org/drawingml/2006/main">
            <a:off x="3533775" y="1914525"/>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2000"/>
              </a:lnSpc>
              <a:buNone/>
              <a:defRPr sz="1125" b="1">
                <a:solidFill>
                  <a:srgbClr val="111111"/>
                </a:solidFill>
                <a:latin typeface="Source Han Sans CN"/>
                <a:ea typeface="Source Han Sans CN"/>
                <a:cs typeface="Source Han Sans CN"/>
              </a:defRPr>
            </a:pPr>
            <a:r>
              <a:rPr sz="1125" b="1">
                <a:solidFill>
                  <a:srgbClr val="111111"/>
                </a:solidFill>
                <a:latin typeface="Source Han Sans CN"/>
                <a:ea typeface="Source Han Sans CN"/>
                <a:cs typeface="Source Han Sans CN"/>
              </a:rPr>
              <a:t>总结</a:t>
            </a:r>
          </a:p>
        </p:txBody>
      </p:sp>
      <p:sp>
        <p:nvSpPr>
          <p:cNvPr id="102" name="p11_index">
            <a:extLst xmlns:a="http://schemas.openxmlformats.org/drawingml/2006/main">
              <a:ext uri="{FF2B5EF4-FFF2-40B4-BE49-F238E27FC236}">
                <a16:creationId xmlns:a16="http://schemas.microsoft.com/office/drawing/2014/main" id="{7608C213-C565-4D70-8409-D60F9AF6C948}"/>
              </a:ext>
            </a:extLst>
          </p:cNvPr>
          <p:cNvSpPr>
            <a:spLocks xmlns:a="http://schemas.openxmlformats.org/drawingml/2006/main" noGrp="1"/>
          </p:cNvSpPr>
          <p:nvPr/>
        </p:nvSpPr>
        <p:spPr>
          <a:xfrm xmlns:a="http://schemas.openxmlformats.org/drawingml/2006/main">
            <a:off x="3505200" y="31146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r">
              <a:lnSpc>
                <a:spcPct val="90000"/>
              </a:lnSpc>
              <a:buNone/>
              <a:defRPr sz="1350" b="1">
                <a:solidFill>
                  <a:srgbClr val="2779D1"/>
                </a:solidFill>
                <a:latin typeface="Source Han Sans CN"/>
                <a:ea typeface="Source Han Sans CN"/>
                <a:cs typeface="Source Han Sans CN"/>
              </a:defRPr>
            </a:pPr>
            <a:r>
              <a:rPr sz="1350" b="1">
                <a:solidFill>
                  <a:srgbClr val="2779D1"/>
                </a:solidFill>
                <a:latin typeface="Source Han Sans CN"/>
                <a:ea typeface="Source Han Sans CN"/>
                <a:cs typeface="Source Han Sans CN"/>
              </a:rPr>
              <a:t>1.1</a:t>
            </a:r>
          </a:p>
        </p:txBody>
      </p:sp>
      <p:sp>
        <p:nvSpPr>
          <p:cNvPr id="103" name="p12_title">
            <a:extLst xmlns:a="http://schemas.openxmlformats.org/drawingml/2006/main">
              <a:ext uri="{FF2B5EF4-FFF2-40B4-BE49-F238E27FC236}">
                <a16:creationId xmlns:a16="http://schemas.microsoft.com/office/drawing/2014/main" id="{0E6F3DDB-26E2-4560-BA14-00C5B0C7EB90}"/>
              </a:ext>
            </a:extLst>
          </p:cNvPr>
          <p:cNvSpPr>
            <a:spLocks xmlns:a="http://schemas.openxmlformats.org/drawingml/2006/main" noGrp="1"/>
          </p:cNvSpPr>
          <p:nvPr/>
        </p:nvSpPr>
        <p:spPr>
          <a:xfrm xmlns:a="http://schemas.openxmlformats.org/drawingml/2006/main">
            <a:off x="4057650" y="847725"/>
            <a:ext cx="3571875" cy="390525"/>
          </a:xfrm>
          <a:prstGeom xmlns:a="http://schemas.openxmlformats.org/drawingml/2006/main" prst="rect">
            <a:avLst/>
          </a:prstGeom>
          <a:solidFill xmlns:a="http://schemas.openxmlformats.org/drawingml/2006/main">
            <a:srgbClr val="DEEBFA"/>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50" b="1">
                <a:solidFill>
                  <a:srgbClr val="111111"/>
                </a:solidFill>
                <a:latin typeface="Source Han Sans CN"/>
                <a:ea typeface="Source Han Sans CN"/>
                <a:cs typeface="Source Han Sans CN"/>
              </a:defRPr>
            </a:pPr>
            <a:r>
              <a:rPr sz="1350" b="1">
                <a:solidFill>
                  <a:srgbClr val="111111"/>
                </a:solidFill>
                <a:latin typeface="Source Han Sans CN"/>
                <a:ea typeface="Source Han Sans CN"/>
                <a:cs typeface="Source Han Sans CN"/>
              </a:rPr>
              <a:t>当前内固定技术在综合治疗中的应用与进展</a:t>
            </a:r>
          </a:p>
        </p:txBody>
      </p:sp>
      <p:sp>
        <p:nvSpPr>
          <p:cNvPr id="104" name="p12_intro">
            <a:extLst xmlns:a="http://schemas.openxmlformats.org/drawingml/2006/main">
              <a:ext uri="{FF2B5EF4-FFF2-40B4-BE49-F238E27FC236}">
                <a16:creationId xmlns:a16="http://schemas.microsoft.com/office/drawing/2014/main" id="{56894A91-40A9-4E20-A908-BB311C4C10B3}"/>
              </a:ext>
            </a:extLst>
          </p:cNvPr>
          <p:cNvSpPr>
            <a:spLocks xmlns:a="http://schemas.openxmlformats.org/drawingml/2006/main" noGrp="1"/>
          </p:cNvSpPr>
          <p:nvPr/>
        </p:nvSpPr>
        <p:spPr>
          <a:xfrm xmlns:a="http://schemas.openxmlformats.org/drawingml/2006/main">
            <a:off x="4219575" y="1333500"/>
            <a:ext cx="2857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l">
              <a:lnSpc>
                <a:spcPct val="118000"/>
              </a:lnSpc>
              <a:buNone/>
              <a:defRPr sz="1260" b="0">
                <a:solidFill>
                  <a:srgbClr val="111111"/>
                </a:solidFill>
                <a:latin typeface="Source Han Sans CN"/>
                <a:ea typeface="Source Han Sans CN"/>
                <a:cs typeface="Source Han Sans CN"/>
              </a:defRPr>
            </a:pPr>
            <a:r>
              <a:rPr sz="1260" b="0">
                <a:solidFill>
                  <a:srgbClr val="111111"/>
                </a:solidFill>
                <a:latin typeface="Source Han Sans CN"/>
                <a:ea typeface="Source Han Sans CN"/>
                <a:cs typeface="Source Han Sans CN"/>
              </a:rPr>
              <a:t>短节段与长节段固定的适用范围</a:t>
            </a:r>
          </a:p>
          <a:p xmlns:a="http://schemas.openxmlformats.org/drawingml/2006/main">
            <a:pPr algn="l">
              <a:lnSpc>
                <a:spcPct val="118000"/>
              </a:lnSpc>
              <a:buNone/>
              <a:defRPr sz="1260" b="0">
                <a:solidFill>
                  <a:srgbClr val="111111"/>
                </a:solidFill>
                <a:latin typeface="Source Han Sans CN"/>
                <a:ea typeface="Source Han Sans CN"/>
                <a:cs typeface="Source Han Sans CN"/>
              </a:defRPr>
            </a:pPr>
            <a:r>
              <a:rPr sz="1260" b="0">
                <a:solidFill>
                  <a:srgbClr val="111111"/>
                </a:solidFill>
                <a:latin typeface="Source Han Sans CN"/>
                <a:ea typeface="Source Han Sans CN"/>
                <a:cs typeface="Source Han Sans CN"/>
              </a:rPr>
              <a:t>导航与机器人辅助置钉技术</a:t>
            </a:r>
          </a:p>
        </p:txBody>
      </p:sp>
      <p:sp>
        <p:nvSpPr>
          <p:cNvPr id="105" name="p12_include">
            <a:extLst xmlns:a="http://schemas.openxmlformats.org/drawingml/2006/main">
              <a:ext uri="{FF2B5EF4-FFF2-40B4-BE49-F238E27FC236}">
                <a16:creationId xmlns:a16="http://schemas.microsoft.com/office/drawing/2014/main" id="{275539C8-D56E-40BF-BD23-40D604C77826}"/>
              </a:ext>
            </a:extLst>
          </p:cNvPr>
          <p:cNvSpPr>
            <a:spLocks xmlns:a="http://schemas.openxmlformats.org/drawingml/2006/main" noGrp="1"/>
          </p:cNvSpPr>
          <p:nvPr/>
        </p:nvSpPr>
        <p:spPr>
          <a:xfrm xmlns:a="http://schemas.openxmlformats.org/drawingml/2006/main">
            <a:off x="4067175" y="237172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2000"/>
              </a:lnSpc>
              <a:buNone/>
              <a:defRPr sz="1125" b="1">
                <a:solidFill>
                  <a:srgbClr val="111111"/>
                </a:solidFill>
                <a:latin typeface="Source Han Sans CN"/>
                <a:ea typeface="Source Han Sans CN"/>
                <a:cs typeface="Source Han Sans CN"/>
              </a:defRPr>
            </a:pPr>
            <a:r>
              <a:rPr sz="1125" b="1">
                <a:solidFill>
                  <a:srgbClr val="111111"/>
                </a:solidFill>
                <a:latin typeface="Source Han Sans CN"/>
                <a:ea typeface="Source Han Sans CN"/>
                <a:cs typeface="Source Han Sans CN"/>
              </a:rPr>
              <a:t>包括</a:t>
            </a:r>
          </a:p>
        </p:txBody>
      </p:sp>
      <p:sp>
        <p:nvSpPr>
          <p:cNvPr id="106" name="p12_stack_1">
            <a:extLst xmlns:a="http://schemas.openxmlformats.org/drawingml/2006/main">
              <a:ext uri="{FF2B5EF4-FFF2-40B4-BE49-F238E27FC236}">
                <a16:creationId xmlns:a16="http://schemas.microsoft.com/office/drawing/2014/main" id="{FF370C68-E664-488E-B85E-6295C5950456}"/>
              </a:ext>
            </a:extLst>
          </p:cNvPr>
          <p:cNvSpPr>
            <a:spLocks xmlns:a="http://schemas.openxmlformats.org/drawingml/2006/main" noGrp="1"/>
          </p:cNvSpPr>
          <p:nvPr/>
        </p:nvSpPr>
        <p:spPr>
          <a:xfrm xmlns:a="http://schemas.openxmlformats.org/drawingml/2006/main">
            <a:off x="4476750" y="1981200"/>
            <a:ext cx="2305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120000"/>
              </a:lnSpc>
              <a:buNone/>
              <a:defRPr sz="1148" b="0">
                <a:solidFill>
                  <a:srgbClr val="111111"/>
                </a:solidFill>
                <a:latin typeface="Source Han Sans CN"/>
                <a:ea typeface="Source Han Sans CN"/>
                <a:cs typeface="Source Han Sans CN"/>
              </a:defRPr>
            </a:pPr>
            <a:r>
              <a:rPr sz="1148" b="0">
                <a:solidFill>
                  <a:srgbClr val="111111"/>
                </a:solidFill>
                <a:latin typeface="Source Han Sans CN"/>
                <a:ea typeface="Source Han Sans CN"/>
                <a:cs typeface="Source Han Sans CN"/>
              </a:rPr>
              <a:t>体内固定松动与拔出机制</a:t>
            </a:r>
          </a:p>
        </p:txBody>
      </p:sp>
      <p:sp>
        <p:nvSpPr>
          <p:cNvPr id="107" name="p12_stack_2">
            <a:extLst xmlns:a="http://schemas.openxmlformats.org/drawingml/2006/main">
              <a:ext uri="{FF2B5EF4-FFF2-40B4-BE49-F238E27FC236}">
                <a16:creationId xmlns:a16="http://schemas.microsoft.com/office/drawing/2014/main" id="{707CCF82-9587-4086-BC95-2BB6D701767F}"/>
              </a:ext>
            </a:extLst>
          </p:cNvPr>
          <p:cNvSpPr>
            <a:spLocks xmlns:a="http://schemas.openxmlformats.org/drawingml/2006/main" noGrp="1"/>
          </p:cNvSpPr>
          <p:nvPr/>
        </p:nvSpPr>
        <p:spPr>
          <a:xfrm xmlns:a="http://schemas.openxmlformats.org/drawingml/2006/main">
            <a:off x="4476750" y="2228850"/>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120000"/>
              </a:lnSpc>
              <a:buNone/>
              <a:defRPr sz="1148" b="0">
                <a:solidFill>
                  <a:srgbClr val="111111"/>
                </a:solidFill>
                <a:latin typeface="Source Han Sans CN"/>
                <a:ea typeface="Source Han Sans CN"/>
                <a:cs typeface="Source Han Sans CN"/>
              </a:defRPr>
            </a:pPr>
            <a:r>
              <a:rPr sz="1148" b="0">
                <a:solidFill>
                  <a:srgbClr val="111111"/>
                </a:solidFill>
                <a:latin typeface="Source Han Sans CN"/>
                <a:ea typeface="Source Han Sans CN"/>
                <a:cs typeface="Source Han Sans CN"/>
              </a:rPr>
              <a:t>单皮质固定研究</a:t>
            </a:r>
          </a:p>
        </p:txBody>
      </p:sp>
      <p:sp>
        <p:nvSpPr>
          <p:cNvPr id="108" name="p12_stack_3">
            <a:extLst xmlns:a="http://schemas.openxmlformats.org/drawingml/2006/main">
              <a:ext uri="{FF2B5EF4-FFF2-40B4-BE49-F238E27FC236}">
                <a16:creationId xmlns:a16="http://schemas.microsoft.com/office/drawing/2014/main" id="{66A1C3A9-F7E1-48CE-8998-C4C6C295B345}"/>
              </a:ext>
            </a:extLst>
          </p:cNvPr>
          <p:cNvSpPr>
            <a:spLocks xmlns:a="http://schemas.openxmlformats.org/drawingml/2006/main" noGrp="1"/>
          </p:cNvSpPr>
          <p:nvPr/>
        </p:nvSpPr>
        <p:spPr>
          <a:xfrm xmlns:a="http://schemas.openxmlformats.org/drawingml/2006/main">
            <a:off x="4476750" y="2486025"/>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120000"/>
              </a:lnSpc>
              <a:buNone/>
              <a:defRPr sz="1148" b="0">
                <a:solidFill>
                  <a:srgbClr val="111111"/>
                </a:solidFill>
                <a:latin typeface="Source Han Sans CN"/>
                <a:ea typeface="Source Han Sans CN"/>
                <a:cs typeface="Source Han Sans CN"/>
              </a:defRPr>
            </a:pPr>
            <a:r>
              <a:rPr sz="1148" b="0">
                <a:solidFill>
                  <a:srgbClr val="111111"/>
                </a:solidFill>
                <a:latin typeface="Source Han Sans CN"/>
                <a:ea typeface="Source Han Sans CN"/>
                <a:cs typeface="Source Han Sans CN"/>
              </a:rPr>
              <a:t>双皮质固定研究</a:t>
            </a:r>
          </a:p>
        </p:txBody>
      </p:sp>
      <p:sp>
        <p:nvSpPr>
          <p:cNvPr id="109" name="p12_stack_4">
            <a:extLst xmlns:a="http://schemas.openxmlformats.org/drawingml/2006/main">
              <a:ext uri="{FF2B5EF4-FFF2-40B4-BE49-F238E27FC236}">
                <a16:creationId xmlns:a16="http://schemas.microsoft.com/office/drawing/2014/main" id="{7563DC2D-771E-4D7D-90F9-E9FA8874ADF5}"/>
              </a:ext>
            </a:extLst>
          </p:cNvPr>
          <p:cNvSpPr>
            <a:spLocks xmlns:a="http://schemas.openxmlformats.org/drawingml/2006/main" noGrp="1"/>
          </p:cNvSpPr>
          <p:nvPr/>
        </p:nvSpPr>
        <p:spPr>
          <a:xfrm xmlns:a="http://schemas.openxmlformats.org/drawingml/2006/main">
            <a:off x="4476750" y="2743200"/>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120000"/>
              </a:lnSpc>
              <a:buNone/>
              <a:defRPr sz="1148" b="0">
                <a:solidFill>
                  <a:srgbClr val="111111"/>
                </a:solidFill>
                <a:latin typeface="Source Han Sans CN"/>
                <a:ea typeface="Source Han Sans CN"/>
                <a:cs typeface="Source Han Sans CN"/>
              </a:defRPr>
            </a:pPr>
            <a:r>
              <a:rPr sz="1148" b="0">
                <a:solidFill>
                  <a:srgbClr val="111111"/>
                </a:solidFill>
                <a:latin typeface="Source Han Sans CN"/>
                <a:ea typeface="Source Han Sans CN"/>
                <a:cs typeface="Source Han Sans CN"/>
              </a:rPr>
              <a:t>有限元研究</a:t>
            </a:r>
          </a:p>
        </p:txBody>
      </p:sp>
      <p:sp>
        <p:nvSpPr>
          <p:cNvPr id="110" name="p12_stack_5">
            <a:extLst xmlns:a="http://schemas.openxmlformats.org/drawingml/2006/main">
              <a:ext uri="{FF2B5EF4-FFF2-40B4-BE49-F238E27FC236}">
                <a16:creationId xmlns:a16="http://schemas.microsoft.com/office/drawing/2014/main" id="{18D99C71-0CC0-47F1-8754-B277E94608E6}"/>
              </a:ext>
            </a:extLst>
          </p:cNvPr>
          <p:cNvSpPr>
            <a:spLocks xmlns:a="http://schemas.openxmlformats.org/drawingml/2006/main" noGrp="1"/>
          </p:cNvSpPr>
          <p:nvPr/>
        </p:nvSpPr>
        <p:spPr>
          <a:xfrm xmlns:a="http://schemas.openxmlformats.org/drawingml/2006/main">
            <a:off x="4476750" y="3000375"/>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120000"/>
              </a:lnSpc>
              <a:buNone/>
              <a:defRPr sz="1148" b="0">
                <a:solidFill>
                  <a:srgbClr val="111111"/>
                </a:solidFill>
                <a:latin typeface="Source Han Sans CN"/>
                <a:ea typeface="Source Han Sans CN"/>
                <a:cs typeface="Source Han Sans CN"/>
              </a:defRPr>
            </a:pPr>
            <a:r>
              <a:rPr sz="1148" b="0">
                <a:solidFill>
                  <a:srgbClr val="111111"/>
                </a:solidFill>
                <a:latin typeface="Source Han Sans CN"/>
                <a:ea typeface="Source Han Sans CN"/>
                <a:cs typeface="Source Han Sans CN"/>
              </a:rPr>
              <a:t>尸体与模型实验研究</a:t>
            </a:r>
          </a:p>
        </p:txBody>
      </p:sp>
      <p:sp>
        <p:nvSpPr>
          <p:cNvPr id="111" name="p12_parallel">
            <a:extLst xmlns:a="http://schemas.openxmlformats.org/drawingml/2006/main">
              <a:ext uri="{FF2B5EF4-FFF2-40B4-BE49-F238E27FC236}">
                <a16:creationId xmlns:a16="http://schemas.microsoft.com/office/drawing/2014/main" id="{CCA8CD9E-2668-471B-A0CD-00642D06F886}"/>
              </a:ext>
            </a:extLst>
          </p:cNvPr>
          <p:cNvSpPr>
            <a:spLocks xmlns:a="http://schemas.openxmlformats.org/drawingml/2006/main" noGrp="1"/>
          </p:cNvSpPr>
          <p:nvPr/>
        </p:nvSpPr>
        <p:spPr>
          <a:xfrm xmlns:a="http://schemas.openxmlformats.org/drawingml/2006/main">
            <a:off x="6981825" y="149542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2000"/>
              </a:lnSpc>
              <a:buNone/>
              <a:defRPr sz="1125" b="1">
                <a:solidFill>
                  <a:srgbClr val="111111"/>
                </a:solidFill>
                <a:latin typeface="Source Han Sans CN"/>
                <a:ea typeface="Source Han Sans CN"/>
                <a:cs typeface="Source Han Sans CN"/>
              </a:defRPr>
            </a:pPr>
            <a:r>
              <a:rPr sz="1125" b="1">
                <a:solidFill>
                  <a:srgbClr val="111111"/>
                </a:solidFill>
                <a:latin typeface="Source Han Sans CN"/>
                <a:ea typeface="Source Han Sans CN"/>
                <a:cs typeface="Source Han Sans CN"/>
              </a:rPr>
              <a:t>并列</a:t>
            </a:r>
          </a:p>
        </p:txBody>
      </p:sp>
      <p:sp>
        <p:nvSpPr>
          <p:cNvPr id="112" name="p12_research">
            <a:extLst xmlns:a="http://schemas.openxmlformats.org/drawingml/2006/main">
              <a:ext uri="{FF2B5EF4-FFF2-40B4-BE49-F238E27FC236}">
                <a16:creationId xmlns:a16="http://schemas.microsoft.com/office/drawing/2014/main" id="{43CD72A0-BF03-4DBC-9DA0-A396BD472053}"/>
              </a:ext>
            </a:extLst>
          </p:cNvPr>
          <p:cNvSpPr>
            <a:spLocks xmlns:a="http://schemas.openxmlformats.org/drawingml/2006/main" noGrp="1"/>
          </p:cNvSpPr>
          <p:nvPr/>
        </p:nvSpPr>
        <p:spPr>
          <a:xfrm xmlns:a="http://schemas.openxmlformats.org/drawingml/2006/main">
            <a:off x="7191375" y="2057400"/>
            <a:ext cx="3524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0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研</a:t>
            </a:r>
          </a:p>
          <a:p xmlns:a="http://schemas.openxmlformats.org/drawingml/2006/main">
            <a:pPr algn="ctr">
              <a:lnSpc>
                <a:spcPct val="80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究</a:t>
            </a:r>
          </a:p>
          <a:p xmlns:a="http://schemas.openxmlformats.org/drawingml/2006/main">
            <a:pPr algn="ctr">
              <a:lnSpc>
                <a:spcPct val="80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手</a:t>
            </a:r>
          </a:p>
          <a:p xmlns:a="http://schemas.openxmlformats.org/drawingml/2006/main">
            <a:pPr algn="ctr">
              <a:lnSpc>
                <a:spcPct val="80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段</a:t>
            </a:r>
          </a:p>
        </p:txBody>
      </p:sp>
      <p:sp>
        <p:nvSpPr>
          <p:cNvPr id="113" name="p12_index">
            <a:extLst xmlns:a="http://schemas.openxmlformats.org/drawingml/2006/main">
              <a:ext uri="{FF2B5EF4-FFF2-40B4-BE49-F238E27FC236}">
                <a16:creationId xmlns:a16="http://schemas.microsoft.com/office/drawing/2014/main" id="{1A82F5E9-3315-4DCE-A656-4955A5076C81}"/>
              </a:ext>
            </a:extLst>
          </p:cNvPr>
          <p:cNvSpPr>
            <a:spLocks xmlns:a="http://schemas.openxmlformats.org/drawingml/2006/main" noGrp="1"/>
          </p:cNvSpPr>
          <p:nvPr/>
        </p:nvSpPr>
        <p:spPr>
          <a:xfrm xmlns:a="http://schemas.openxmlformats.org/drawingml/2006/main">
            <a:off x="7153275" y="31146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r">
              <a:lnSpc>
                <a:spcPct val="90000"/>
              </a:lnSpc>
              <a:buNone/>
              <a:defRPr sz="1350" b="1">
                <a:solidFill>
                  <a:srgbClr val="2779D1"/>
                </a:solidFill>
                <a:latin typeface="Source Han Sans CN"/>
                <a:ea typeface="Source Han Sans CN"/>
                <a:cs typeface="Source Han Sans CN"/>
              </a:defRPr>
            </a:pPr>
            <a:r>
              <a:rPr sz="1350" b="1">
                <a:solidFill>
                  <a:srgbClr val="2779D1"/>
                </a:solidFill>
                <a:latin typeface="Source Han Sans CN"/>
                <a:ea typeface="Source Han Sans CN"/>
                <a:cs typeface="Source Han Sans CN"/>
              </a:rPr>
              <a:t>1.2</a:t>
            </a:r>
          </a:p>
        </p:txBody>
      </p:sp>
      <p:sp>
        <p:nvSpPr>
          <p:cNvPr id="114" name="p12_method_anchor">
            <a:extLst xmlns:a="http://schemas.openxmlformats.org/drawingml/2006/main">
              <a:ext uri="{FF2B5EF4-FFF2-40B4-BE49-F238E27FC236}">
                <a16:creationId xmlns:a16="http://schemas.microsoft.com/office/drawing/2014/main" id="{FB8778D0-E565-487B-8ED4-C68FDD9A9B1B}"/>
              </a:ext>
            </a:extLst>
          </p:cNvPr>
          <p:cNvSpPr>
            <a:spLocks xmlns:a="http://schemas.openxmlformats.org/drawingml/2006/main" noGrp="1"/>
          </p:cNvSpPr>
          <p:nvPr/>
        </p:nvSpPr>
        <p:spPr>
          <a:xfrm xmlns:a="http://schemas.openxmlformats.org/drawingml/2006/main">
            <a:off x="7419975" y="259080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15" name="p13_method_anchor">
            <a:extLst xmlns:a="http://schemas.openxmlformats.org/drawingml/2006/main">
              <a:ext uri="{FF2B5EF4-FFF2-40B4-BE49-F238E27FC236}">
                <a16:creationId xmlns:a16="http://schemas.microsoft.com/office/drawing/2014/main" id="{598CC13B-9323-4496-9A08-9A50995A8F00}"/>
              </a:ext>
            </a:extLst>
          </p:cNvPr>
          <p:cNvSpPr>
            <a:spLocks xmlns:a="http://schemas.openxmlformats.org/drawingml/2006/main" noGrp="1"/>
          </p:cNvSpPr>
          <p:nvPr/>
        </p:nvSpPr>
        <p:spPr>
          <a:xfrm xmlns:a="http://schemas.openxmlformats.org/drawingml/2006/main">
            <a:off x="7762875" y="259080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16" name="p13_title">
            <a:extLst xmlns:a="http://schemas.openxmlformats.org/drawingml/2006/main">
              <a:ext uri="{FF2B5EF4-FFF2-40B4-BE49-F238E27FC236}">
                <a16:creationId xmlns:a16="http://schemas.microsoft.com/office/drawing/2014/main" id="{15BAED8F-8756-4487-86F9-2D1A3959E749}"/>
              </a:ext>
            </a:extLst>
          </p:cNvPr>
          <p:cNvSpPr>
            <a:spLocks xmlns:a="http://schemas.openxmlformats.org/drawingml/2006/main" noGrp="1"/>
          </p:cNvSpPr>
          <p:nvPr/>
        </p:nvSpPr>
        <p:spPr>
          <a:xfrm xmlns:a="http://schemas.openxmlformats.org/drawingml/2006/main">
            <a:off x="7696200" y="847725"/>
            <a:ext cx="1771650" cy="390525"/>
          </a:xfrm>
          <a:prstGeom xmlns:a="http://schemas.openxmlformats.org/drawingml/2006/main" prst="rect">
            <a:avLst/>
          </a:prstGeom>
          <a:solidFill xmlns:a="http://schemas.openxmlformats.org/drawingml/2006/main">
            <a:srgbClr val="DEEBFA"/>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50" b="1">
                <a:solidFill>
                  <a:srgbClr val="111111"/>
                </a:solidFill>
                <a:latin typeface="Source Han Sans CN"/>
                <a:ea typeface="Source Han Sans CN"/>
                <a:cs typeface="Source Han Sans CN"/>
              </a:defRPr>
            </a:pPr>
            <a:r>
              <a:rPr sz="1350" b="1">
                <a:solidFill>
                  <a:srgbClr val="111111"/>
                </a:solidFill>
                <a:latin typeface="Source Han Sans CN"/>
                <a:ea typeface="Source Han Sans CN"/>
                <a:cs typeface="Source Han Sans CN"/>
              </a:rPr>
              <a:t>研究设计和方法</a:t>
            </a:r>
          </a:p>
        </p:txBody>
      </p:sp>
      <p:sp>
        <p:nvSpPr>
          <p:cNvPr id="117" name="p13_methods">
            <a:extLst xmlns:a="http://schemas.openxmlformats.org/drawingml/2006/main">
              <a:ext uri="{FF2B5EF4-FFF2-40B4-BE49-F238E27FC236}">
                <a16:creationId xmlns:a16="http://schemas.microsoft.com/office/drawing/2014/main" id="{1D906E78-99D0-49C7-B37E-12D8360291AD}"/>
              </a:ext>
            </a:extLst>
          </p:cNvPr>
          <p:cNvSpPr>
            <a:spLocks xmlns:a="http://schemas.openxmlformats.org/drawingml/2006/main" noGrp="1"/>
          </p:cNvSpPr>
          <p:nvPr/>
        </p:nvSpPr>
        <p:spPr>
          <a:xfrm xmlns:a="http://schemas.openxmlformats.org/drawingml/2006/main">
            <a:off x="7858125" y="1533525"/>
            <a:ext cx="14573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100000"/>
              </a:lnSpc>
              <a:buNone/>
              <a:defRPr sz="1290" b="0">
                <a:solidFill>
                  <a:srgbClr val="111111"/>
                </a:solidFill>
                <a:latin typeface="Source Han Sans CN"/>
                <a:ea typeface="Source Han Sans CN"/>
                <a:cs typeface="Source Han Sans CN"/>
              </a:defRPr>
            </a:pPr>
            <a:r>
              <a:rPr sz="1290" b="0">
                <a:solidFill>
                  <a:srgbClr val="111111"/>
                </a:solidFill>
                <a:latin typeface="Source Han Sans CN"/>
                <a:ea typeface="Source Han Sans CN"/>
                <a:cs typeface="Source Han Sans CN"/>
              </a:rPr>
              <a:t>CT三维建模</a:t>
            </a:r>
          </a:p>
          <a:p xmlns:a="http://schemas.openxmlformats.org/drawingml/2006/main">
            <a:r>
              <a:t/>
            </a:r>
          </a:p>
          <a:p xmlns:a="http://schemas.openxmlformats.org/drawingml/2006/main">
            <a:pPr algn="ctr">
              <a:lnSpc>
                <a:spcPct val="100000"/>
              </a:lnSpc>
              <a:buNone/>
              <a:defRPr sz="1290" b="0">
                <a:solidFill>
                  <a:srgbClr val="111111"/>
                </a:solidFill>
                <a:latin typeface="Source Han Sans CN"/>
                <a:ea typeface="Source Han Sans CN"/>
                <a:cs typeface="Source Han Sans CN"/>
              </a:defRPr>
            </a:pPr>
            <a:r>
              <a:rPr sz="1290" b="0">
                <a:solidFill>
                  <a:srgbClr val="111111"/>
                </a:solidFill>
                <a:latin typeface="Source Han Sans CN"/>
                <a:ea typeface="Source Han Sans CN"/>
                <a:cs typeface="Source Han Sans CN"/>
              </a:rPr>
              <a:t>有限元仿真</a:t>
            </a:r>
          </a:p>
          <a:p xmlns:a="http://schemas.openxmlformats.org/drawingml/2006/main">
            <a:r>
              <a:t/>
            </a:r>
          </a:p>
          <a:p xmlns:a="http://schemas.openxmlformats.org/drawingml/2006/main">
            <a:pPr algn="ctr">
              <a:lnSpc>
                <a:spcPct val="100000"/>
              </a:lnSpc>
              <a:buNone/>
              <a:defRPr sz="1290" b="0">
                <a:solidFill>
                  <a:srgbClr val="111111"/>
                </a:solidFill>
                <a:latin typeface="Source Han Sans CN"/>
                <a:ea typeface="Source Han Sans CN"/>
                <a:cs typeface="Source Han Sans CN"/>
              </a:defRPr>
            </a:pPr>
            <a:r>
              <a:rPr sz="1290" b="0">
                <a:solidFill>
                  <a:srgbClr val="111111"/>
                </a:solidFill>
                <a:latin typeface="Source Han Sans CN"/>
                <a:ea typeface="Source Han Sans CN"/>
                <a:cs typeface="Source Han Sans CN"/>
              </a:rPr>
              <a:t>生物力学实验</a:t>
            </a:r>
          </a:p>
        </p:txBody>
      </p:sp>
      <p:sp>
        <p:nvSpPr>
          <p:cNvPr id="118" name="p13_index">
            <a:extLst xmlns:a="http://schemas.openxmlformats.org/drawingml/2006/main">
              <a:ext uri="{FF2B5EF4-FFF2-40B4-BE49-F238E27FC236}">
                <a16:creationId xmlns:a16="http://schemas.microsoft.com/office/drawing/2014/main" id="{964067F2-5A7B-48B3-A51D-8B9E84E3E986}"/>
              </a:ext>
            </a:extLst>
          </p:cNvPr>
          <p:cNvSpPr>
            <a:spLocks xmlns:a="http://schemas.openxmlformats.org/drawingml/2006/main" noGrp="1"/>
          </p:cNvSpPr>
          <p:nvPr/>
        </p:nvSpPr>
        <p:spPr>
          <a:xfrm xmlns:a="http://schemas.openxmlformats.org/drawingml/2006/main">
            <a:off x="9029700" y="311467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r">
              <a:lnSpc>
                <a:spcPct val="90000"/>
              </a:lnSpc>
              <a:buNone/>
              <a:defRPr sz="1350" b="1">
                <a:solidFill>
                  <a:srgbClr val="2779D1"/>
                </a:solidFill>
                <a:latin typeface="Source Han Sans CN"/>
                <a:ea typeface="Source Han Sans CN"/>
                <a:cs typeface="Source Han Sans CN"/>
              </a:defRPr>
            </a:pPr>
            <a:r>
              <a:rPr sz="1350" b="1">
                <a:solidFill>
                  <a:srgbClr val="2779D1"/>
                </a:solidFill>
                <a:latin typeface="Source Han Sans CN"/>
                <a:ea typeface="Source Han Sans CN"/>
                <a:cs typeface="Source Han Sans CN"/>
              </a:rPr>
              <a:t>1.3</a:t>
            </a:r>
          </a:p>
        </p:txBody>
      </p:sp>
      <p:sp>
        <p:nvSpPr>
          <p:cNvPr id="119" name="p21_title">
            <a:extLst xmlns:a="http://schemas.openxmlformats.org/drawingml/2006/main">
              <a:ext uri="{FF2B5EF4-FFF2-40B4-BE49-F238E27FC236}">
                <a16:creationId xmlns:a16="http://schemas.microsoft.com/office/drawing/2014/main" id="{06359156-F4D4-4273-89A2-C8CCAD61D0CD}"/>
              </a:ext>
            </a:extLst>
          </p:cNvPr>
          <p:cNvSpPr>
            <a:spLocks xmlns:a="http://schemas.openxmlformats.org/drawingml/2006/main" noGrp="1"/>
          </p:cNvSpPr>
          <p:nvPr/>
        </p:nvSpPr>
        <p:spPr>
          <a:xfrm xmlns:a="http://schemas.openxmlformats.org/drawingml/2006/main">
            <a:off x="790575" y="3686175"/>
            <a:ext cx="3143250" cy="409575"/>
          </a:xfrm>
          <a:prstGeom xmlns:a="http://schemas.openxmlformats.org/drawingml/2006/main" prst="rect">
            <a:avLst/>
          </a:prstGeom>
          <a:solidFill xmlns:a="http://schemas.openxmlformats.org/drawingml/2006/main">
            <a:srgbClr val="DCEDE8"/>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50" b="1">
                <a:solidFill>
                  <a:srgbClr val="111111"/>
                </a:solidFill>
                <a:latin typeface="Source Han Sans CN"/>
                <a:ea typeface="Source Han Sans CN"/>
                <a:cs typeface="Source Han Sans CN"/>
              </a:defRPr>
            </a:pPr>
            <a:r>
              <a:rPr sz="1350" b="1">
                <a:solidFill>
                  <a:srgbClr val="111111"/>
                </a:solidFill>
                <a:latin typeface="Source Han Sans CN"/>
                <a:ea typeface="Source Han Sans CN"/>
                <a:cs typeface="Source Han Sans CN"/>
              </a:rPr>
              <a:t>螺钉特征在形成和治疗中的应用</a:t>
            </a:r>
          </a:p>
        </p:txBody>
      </p:sp>
      <p:sp>
        <p:nvSpPr>
          <p:cNvPr id="120" name="p21_pre_1">
            <a:extLst xmlns:a="http://schemas.openxmlformats.org/drawingml/2006/main">
              <a:ext uri="{FF2B5EF4-FFF2-40B4-BE49-F238E27FC236}">
                <a16:creationId xmlns:a16="http://schemas.microsoft.com/office/drawing/2014/main" id="{633D6F2F-121E-413F-9B00-6549EE629074}"/>
              </a:ext>
            </a:extLst>
          </p:cNvPr>
          <p:cNvSpPr>
            <a:spLocks xmlns:a="http://schemas.openxmlformats.org/drawingml/2006/main" noGrp="1"/>
          </p:cNvSpPr>
          <p:nvPr/>
        </p:nvSpPr>
        <p:spPr>
          <a:xfrm xmlns:a="http://schemas.openxmlformats.org/drawingml/2006/main">
            <a:off x="866775" y="4267200"/>
            <a:ext cx="657225" cy="323850"/>
          </a:xfrm>
          <a:prstGeom xmlns:a="http://schemas.openxmlformats.org/drawingml/2006/main" prst="roundRect">
            <a:avLst>
              <a:gd name="adj" fmla="val 17647"/>
            </a:avLst>
          </a:prstGeom>
          <a:solidFill xmlns:a="http://schemas.openxmlformats.org/drawingml/2006/main">
            <a:srgbClr val="D9EEE5"/>
          </a:solidFill>
          <a:ln xmlns:a="http://schemas.openxmlformats.org/drawingml/2006/main" w="8096">
            <a:solidFill>
              <a:srgbClr val="7DB89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75" b="1">
                <a:solidFill>
                  <a:srgbClr val="111111"/>
                </a:solidFill>
                <a:latin typeface="Source Han Sans CN"/>
                <a:ea typeface="Source Han Sans CN"/>
                <a:cs typeface="Source Han Sans CN"/>
              </a:defRPr>
            </a:pPr>
            <a:r>
              <a:rPr sz="1275" b="1">
                <a:solidFill>
                  <a:srgbClr val="111111"/>
                </a:solidFill>
                <a:latin typeface="Source Han Sans CN"/>
                <a:ea typeface="Source Han Sans CN"/>
                <a:cs typeface="Source Han Sans CN"/>
              </a:rPr>
              <a:t>术前</a:t>
            </a:r>
          </a:p>
        </p:txBody>
      </p:sp>
      <p:sp>
        <p:nvSpPr>
          <p:cNvPr id="121" name="p21_imaging">
            <a:extLst xmlns:a="http://schemas.openxmlformats.org/drawingml/2006/main">
              <a:ext uri="{FF2B5EF4-FFF2-40B4-BE49-F238E27FC236}">
                <a16:creationId xmlns:a16="http://schemas.microsoft.com/office/drawing/2014/main" id="{41EEE858-B79F-4AAD-8516-1732A36401C4}"/>
              </a:ext>
            </a:extLst>
          </p:cNvPr>
          <p:cNvSpPr>
            <a:spLocks xmlns:a="http://schemas.openxmlformats.org/drawingml/2006/main" noGrp="1"/>
          </p:cNvSpPr>
          <p:nvPr/>
        </p:nvSpPr>
        <p:spPr>
          <a:xfrm xmlns:a="http://schemas.openxmlformats.org/drawingml/2006/main">
            <a:off x="1504950" y="4267200"/>
            <a:ext cx="1771650" cy="32385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11906">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23" b="1">
                <a:solidFill>
                  <a:srgbClr val="111111"/>
                </a:solidFill>
                <a:latin typeface="Source Han Sans CN"/>
                <a:ea typeface="Source Han Sans CN"/>
                <a:cs typeface="Source Han Sans CN"/>
              </a:defRPr>
            </a:pPr>
            <a:r>
              <a:rPr sz="1223" b="1">
                <a:solidFill>
                  <a:srgbClr val="111111"/>
                </a:solidFill>
                <a:latin typeface="Source Han Sans CN"/>
                <a:ea typeface="Source Han Sans CN"/>
                <a:cs typeface="Source Han Sans CN"/>
              </a:rPr>
              <a:t>骨折影像学特点研究</a:t>
            </a:r>
          </a:p>
        </p:txBody>
      </p:sp>
      <p:sp>
        <p:nvSpPr>
          <p:cNvPr id="122" name="p21_ct">
            <a:extLst xmlns:a="http://schemas.openxmlformats.org/drawingml/2006/main">
              <a:ext uri="{FF2B5EF4-FFF2-40B4-BE49-F238E27FC236}">
                <a16:creationId xmlns:a16="http://schemas.microsoft.com/office/drawing/2014/main" id="{46C912C4-EBA8-4C7A-9AAB-5ACC22DDBD6E}"/>
              </a:ext>
            </a:extLst>
          </p:cNvPr>
          <p:cNvSpPr>
            <a:spLocks xmlns:a="http://schemas.openxmlformats.org/drawingml/2006/main" noGrp="1"/>
          </p:cNvSpPr>
          <p:nvPr/>
        </p:nvSpPr>
        <p:spPr>
          <a:xfrm xmlns:a="http://schemas.openxmlformats.org/drawingml/2006/main">
            <a:off x="1295400" y="4733925"/>
            <a:ext cx="1914525" cy="314325"/>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1906">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08" b="0">
                <a:solidFill>
                  <a:srgbClr val="111111"/>
                </a:solidFill>
                <a:latin typeface="Source Han Sans CN"/>
                <a:ea typeface="Source Han Sans CN"/>
                <a:cs typeface="Source Han Sans CN"/>
              </a:defRPr>
            </a:pPr>
            <a:r>
              <a:rPr sz="1208" b="0">
                <a:solidFill>
                  <a:srgbClr val="111111"/>
                </a:solidFill>
                <a:latin typeface="Source Han Sans CN"/>
                <a:ea typeface="Source Han Sans CN"/>
                <a:cs typeface="Source Han Sans CN"/>
              </a:rPr>
              <a:t>60例患者术前CT资料</a:t>
            </a:r>
          </a:p>
        </p:txBody>
      </p:sp>
      <p:sp>
        <p:nvSpPr>
          <p:cNvPr id="123" name="p21_morph">
            <a:extLst xmlns:a="http://schemas.openxmlformats.org/drawingml/2006/main">
              <a:ext uri="{FF2B5EF4-FFF2-40B4-BE49-F238E27FC236}">
                <a16:creationId xmlns:a16="http://schemas.microsoft.com/office/drawing/2014/main" id="{ADF2447D-8781-4503-8DE9-302F1028E056}"/>
              </a:ext>
            </a:extLst>
          </p:cNvPr>
          <p:cNvSpPr>
            <a:spLocks xmlns:a="http://schemas.openxmlformats.org/drawingml/2006/main" noGrp="1"/>
          </p:cNvSpPr>
          <p:nvPr/>
        </p:nvSpPr>
        <p:spPr>
          <a:xfrm xmlns:a="http://schemas.openxmlformats.org/drawingml/2006/main">
            <a:off x="1362075" y="5343525"/>
            <a:ext cx="1943100" cy="33337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1906">
            <a:solidFill>
              <a:srgbClr val="171717"/>
            </a:solidFill>
            <a:prstDash val="solid"/>
          </a:ln>
        </p:spPr>
        <p:txBody>
          <a:bodyPr xmlns:a="http://schemas.openxmlformats.org/drawingml/2006/main" wrap="square" lIns="9525" tIns="14288" rIns="9525" bIns="14288" anchor="ctr">
            <a:noAutofit/>
          </a:bodyPr>
          <a:lstStyle xmlns:a="http://schemas.openxmlformats.org/drawingml/2006/main"/>
          <a:p xmlns:a="http://schemas.openxmlformats.org/drawingml/2006/main">
            <a:pPr algn="ctr">
              <a:lnSpc>
                <a:spcPct val="96000"/>
              </a:lnSpc>
              <a:buNone/>
              <a:defRPr sz="1020" b="0">
                <a:solidFill>
                  <a:srgbClr val="111111"/>
                </a:solidFill>
                <a:latin typeface="Source Han Sans CN"/>
                <a:ea typeface="Source Han Sans CN"/>
                <a:cs typeface="Source Han Sans CN"/>
              </a:defRPr>
            </a:pPr>
            <a:r>
              <a:rPr sz="1020" b="0">
                <a:solidFill>
                  <a:srgbClr val="111111"/>
                </a:solidFill>
                <a:latin typeface="Source Han Sans CN"/>
                <a:ea typeface="Source Han Sans CN"/>
                <a:cs typeface="Source Han Sans CN"/>
              </a:rPr>
              <a:t>骨折节段形态与塌陷程度分析</a:t>
            </a:r>
          </a:p>
        </p:txBody>
      </p:sp>
      <p:sp>
        <p:nvSpPr>
          <p:cNvPr id="124" name="p21_got_1">
            <a:extLst xmlns:a="http://schemas.openxmlformats.org/drawingml/2006/main">
              <a:ext uri="{FF2B5EF4-FFF2-40B4-BE49-F238E27FC236}">
                <a16:creationId xmlns:a16="http://schemas.microsoft.com/office/drawing/2014/main" id="{4572346A-42D8-46F9-BAA9-C8B50C2E3335}"/>
              </a:ext>
            </a:extLst>
          </p:cNvPr>
          <p:cNvSpPr>
            <a:spLocks xmlns:a="http://schemas.openxmlformats.org/drawingml/2006/main" noGrp="1"/>
          </p:cNvSpPr>
          <p:nvPr/>
        </p:nvSpPr>
        <p:spPr>
          <a:xfrm xmlns:a="http://schemas.openxmlformats.org/drawingml/2006/main">
            <a:off x="914400" y="5124450"/>
            <a:ext cx="257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3000"/>
              </a:lnSpc>
              <a:buNone/>
              <a:defRPr sz="1050" b="1">
                <a:solidFill>
                  <a:srgbClr val="111111"/>
                </a:solidFill>
                <a:latin typeface="Source Han Sans CN"/>
                <a:ea typeface="Source Han Sans CN"/>
                <a:cs typeface="Source Han Sans CN"/>
              </a:defRPr>
            </a:pPr>
            <a:r>
              <a:rPr sz="1050" b="1">
                <a:solidFill>
                  <a:srgbClr val="111111"/>
                </a:solidFill>
                <a:latin typeface="Source Han Sans CN"/>
                <a:ea typeface="Source Han Sans CN"/>
                <a:cs typeface="Source Han Sans CN"/>
              </a:rPr>
              <a:t>得</a:t>
            </a:r>
          </a:p>
          <a:p xmlns:a="http://schemas.openxmlformats.org/drawingml/2006/main">
            <a:pPr algn="ctr">
              <a:lnSpc>
                <a:spcPct val="83000"/>
              </a:lnSpc>
              <a:buNone/>
              <a:defRPr sz="1050" b="1">
                <a:solidFill>
                  <a:srgbClr val="111111"/>
                </a:solidFill>
                <a:latin typeface="Source Han Sans CN"/>
                <a:ea typeface="Source Han Sans CN"/>
                <a:cs typeface="Source Han Sans CN"/>
              </a:defRPr>
            </a:pPr>
            <a:r>
              <a:rPr sz="1050" b="1">
                <a:solidFill>
                  <a:srgbClr val="111111"/>
                </a:solidFill>
                <a:latin typeface="Source Han Sans CN"/>
                <a:ea typeface="Source Han Sans CN"/>
                <a:cs typeface="Source Han Sans CN"/>
              </a:rPr>
              <a:t>到</a:t>
            </a:r>
          </a:p>
        </p:txBody>
      </p:sp>
      <p:sp>
        <p:nvSpPr>
          <p:cNvPr id="125" name="p21_pre_2">
            <a:extLst xmlns:a="http://schemas.openxmlformats.org/drawingml/2006/main">
              <a:ext uri="{FF2B5EF4-FFF2-40B4-BE49-F238E27FC236}">
                <a16:creationId xmlns:a16="http://schemas.microsoft.com/office/drawing/2014/main" id="{8C468579-37DA-4832-819F-FC4D11E5F09A}"/>
              </a:ext>
            </a:extLst>
          </p:cNvPr>
          <p:cNvSpPr>
            <a:spLocks xmlns:a="http://schemas.openxmlformats.org/drawingml/2006/main" noGrp="1"/>
          </p:cNvSpPr>
          <p:nvPr/>
        </p:nvSpPr>
        <p:spPr>
          <a:xfrm xmlns:a="http://schemas.openxmlformats.org/drawingml/2006/main">
            <a:off x="866775" y="5819775"/>
            <a:ext cx="657225" cy="323850"/>
          </a:xfrm>
          <a:prstGeom xmlns:a="http://schemas.openxmlformats.org/drawingml/2006/main" prst="roundRect">
            <a:avLst>
              <a:gd name="adj" fmla="val 17647"/>
            </a:avLst>
          </a:prstGeom>
          <a:solidFill xmlns:a="http://schemas.openxmlformats.org/drawingml/2006/main">
            <a:srgbClr val="D9EEE5"/>
          </a:solidFill>
          <a:ln xmlns:a="http://schemas.openxmlformats.org/drawingml/2006/main" w="8096">
            <a:solidFill>
              <a:srgbClr val="7DB89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75" b="1">
                <a:solidFill>
                  <a:srgbClr val="111111"/>
                </a:solidFill>
                <a:latin typeface="Source Han Sans CN"/>
                <a:ea typeface="Source Han Sans CN"/>
                <a:cs typeface="Source Han Sans CN"/>
              </a:defRPr>
            </a:pPr>
            <a:r>
              <a:rPr sz="1275" b="1">
                <a:solidFill>
                  <a:srgbClr val="111111"/>
                </a:solidFill>
                <a:latin typeface="Source Han Sans CN"/>
                <a:ea typeface="Source Han Sans CN"/>
                <a:cs typeface="Source Han Sans CN"/>
              </a:rPr>
              <a:t>术前</a:t>
            </a:r>
          </a:p>
        </p:txBody>
      </p:sp>
      <p:sp>
        <p:nvSpPr>
          <p:cNvPr id="126" name="p21_mechanism">
            <a:extLst xmlns:a="http://schemas.openxmlformats.org/drawingml/2006/main">
              <a:ext uri="{FF2B5EF4-FFF2-40B4-BE49-F238E27FC236}">
                <a16:creationId xmlns:a16="http://schemas.microsoft.com/office/drawing/2014/main" id="{E6C876C2-C817-4265-82DB-1BCF5ECBA79C}"/>
              </a:ext>
            </a:extLst>
          </p:cNvPr>
          <p:cNvSpPr>
            <a:spLocks xmlns:a="http://schemas.openxmlformats.org/drawingml/2006/main" noGrp="1"/>
          </p:cNvSpPr>
          <p:nvPr/>
        </p:nvSpPr>
        <p:spPr>
          <a:xfrm xmlns:a="http://schemas.openxmlformats.org/drawingml/2006/main">
            <a:off x="1504950" y="5819775"/>
            <a:ext cx="1771650" cy="32385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11906">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23" b="1">
                <a:solidFill>
                  <a:srgbClr val="111111"/>
                </a:solidFill>
                <a:latin typeface="Source Han Sans CN"/>
                <a:ea typeface="Source Han Sans CN"/>
                <a:cs typeface="Source Han Sans CN"/>
              </a:defRPr>
            </a:pPr>
            <a:r>
              <a:rPr sz="1223" b="1">
                <a:solidFill>
                  <a:srgbClr val="111111"/>
                </a:solidFill>
                <a:latin typeface="Source Han Sans CN"/>
                <a:ea typeface="Source Han Sans CN"/>
                <a:cs typeface="Source Han Sans CN"/>
              </a:rPr>
              <a:t>螺钉固定机制研究</a:t>
            </a:r>
          </a:p>
        </p:txBody>
      </p:sp>
      <p:sp>
        <p:nvSpPr>
          <p:cNvPr id="127" name="p21_density">
            <a:extLst xmlns:a="http://schemas.openxmlformats.org/drawingml/2006/main">
              <a:ext uri="{FF2B5EF4-FFF2-40B4-BE49-F238E27FC236}">
                <a16:creationId xmlns:a16="http://schemas.microsoft.com/office/drawing/2014/main" id="{38A7AFC6-D4AD-44EE-9A28-BB71D545AB1F}"/>
              </a:ext>
            </a:extLst>
          </p:cNvPr>
          <p:cNvSpPr>
            <a:spLocks xmlns:a="http://schemas.openxmlformats.org/drawingml/2006/main" noGrp="1"/>
          </p:cNvSpPr>
          <p:nvPr/>
        </p:nvSpPr>
        <p:spPr>
          <a:xfrm xmlns:a="http://schemas.openxmlformats.org/drawingml/2006/main">
            <a:off x="1295400" y="6286500"/>
            <a:ext cx="1924050" cy="3238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1906">
            <a:solidFill>
              <a:srgbClr val="171717"/>
            </a:solidFill>
            <a:prstDash val="solid"/>
          </a:ln>
        </p:spPr>
        <p:txBody>
          <a:bodyPr xmlns:a="http://schemas.openxmlformats.org/drawingml/2006/main" wrap="square" lIns="9525" tIns="14288" rIns="9525" bIns="14288" anchor="ctr">
            <a:noAutofit/>
          </a:bodyPr>
          <a:lstStyle xmlns:a="http://schemas.openxmlformats.org/drawingml/2006/main"/>
          <a:p xmlns:a="http://schemas.openxmlformats.org/drawingml/2006/main">
            <a:pPr algn="ctr">
              <a:lnSpc>
                <a:spcPct val="96000"/>
              </a:lnSpc>
              <a:buNone/>
              <a:defRPr sz="990" b="0">
                <a:solidFill>
                  <a:srgbClr val="111111"/>
                </a:solidFill>
                <a:latin typeface="Source Han Sans CN"/>
                <a:ea typeface="Source Han Sans CN"/>
                <a:cs typeface="Source Han Sans CN"/>
              </a:defRPr>
            </a:pPr>
            <a:r>
              <a:rPr sz="990" b="0">
                <a:solidFill>
                  <a:srgbClr val="111111"/>
                </a:solidFill>
                <a:latin typeface="Source Han Sans CN"/>
                <a:ea typeface="Source Han Sans CN"/>
                <a:cs typeface="Source Han Sans CN"/>
              </a:rPr>
              <a:t>60例患者骨密度与椎弓根参数</a:t>
            </a:r>
          </a:p>
        </p:txBody>
      </p:sp>
      <p:sp>
        <p:nvSpPr>
          <p:cNvPr id="128" name="p21_risk">
            <a:extLst xmlns:a="http://schemas.openxmlformats.org/drawingml/2006/main">
              <a:ext uri="{FF2B5EF4-FFF2-40B4-BE49-F238E27FC236}">
                <a16:creationId xmlns:a16="http://schemas.microsoft.com/office/drawing/2014/main" id="{3B360992-E15E-4CA2-B572-4F87524C558F}"/>
              </a:ext>
            </a:extLst>
          </p:cNvPr>
          <p:cNvSpPr>
            <a:spLocks xmlns:a="http://schemas.openxmlformats.org/drawingml/2006/main" noGrp="1"/>
          </p:cNvSpPr>
          <p:nvPr/>
        </p:nvSpPr>
        <p:spPr>
          <a:xfrm xmlns:a="http://schemas.openxmlformats.org/drawingml/2006/main">
            <a:off x="1419225" y="6867525"/>
            <a:ext cx="1885950" cy="33337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1906">
            <a:solidFill>
              <a:srgbClr val="171717"/>
            </a:solidFill>
            <a:prstDash val="solid"/>
          </a:ln>
        </p:spPr>
        <p:txBody>
          <a:bodyPr xmlns:a="http://schemas.openxmlformats.org/drawingml/2006/main" wrap="square" lIns="9525" tIns="14288" rIns="9525" bIns="14288" anchor="ctr">
            <a:noAutofit/>
          </a:bodyPr>
          <a:lstStyle xmlns:a="http://schemas.openxmlformats.org/drawingml/2006/main"/>
          <a:p xmlns:a="http://schemas.openxmlformats.org/drawingml/2006/main">
            <a:pPr algn="ctr">
              <a:lnSpc>
                <a:spcPct val="96000"/>
              </a:lnSpc>
              <a:buNone/>
              <a:defRPr sz="1065" b="0">
                <a:solidFill>
                  <a:srgbClr val="111111"/>
                </a:solidFill>
                <a:latin typeface="Source Han Sans CN"/>
                <a:ea typeface="Source Han Sans CN"/>
                <a:cs typeface="Source Han Sans CN"/>
              </a:defRPr>
            </a:pPr>
            <a:r>
              <a:rPr sz="1065" b="0">
                <a:solidFill>
                  <a:srgbClr val="111111"/>
                </a:solidFill>
                <a:latin typeface="Source Han Sans CN"/>
                <a:ea typeface="Source Han Sans CN"/>
                <a:cs typeface="Source Han Sans CN"/>
              </a:rPr>
              <a:t>螺钉松动风险的定量比较</a:t>
            </a:r>
          </a:p>
        </p:txBody>
      </p:sp>
      <p:sp>
        <p:nvSpPr>
          <p:cNvPr id="129" name="p21_got_2">
            <a:extLst xmlns:a="http://schemas.openxmlformats.org/drawingml/2006/main">
              <a:ext uri="{FF2B5EF4-FFF2-40B4-BE49-F238E27FC236}">
                <a16:creationId xmlns:a16="http://schemas.microsoft.com/office/drawing/2014/main" id="{AED0C18E-CB2A-470B-937B-BBCA190EDAA8}"/>
              </a:ext>
            </a:extLst>
          </p:cNvPr>
          <p:cNvSpPr>
            <a:spLocks xmlns:a="http://schemas.openxmlformats.org/drawingml/2006/main" noGrp="1"/>
          </p:cNvSpPr>
          <p:nvPr/>
        </p:nvSpPr>
        <p:spPr>
          <a:xfrm xmlns:a="http://schemas.openxmlformats.org/drawingml/2006/main">
            <a:off x="914400" y="6657975"/>
            <a:ext cx="257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3000"/>
              </a:lnSpc>
              <a:buNone/>
              <a:defRPr sz="1050" b="1">
                <a:solidFill>
                  <a:srgbClr val="111111"/>
                </a:solidFill>
                <a:latin typeface="Source Han Sans CN"/>
                <a:ea typeface="Source Han Sans CN"/>
                <a:cs typeface="Source Han Sans CN"/>
              </a:defRPr>
            </a:pPr>
            <a:r>
              <a:rPr sz="1050" b="1">
                <a:solidFill>
                  <a:srgbClr val="111111"/>
                </a:solidFill>
                <a:latin typeface="Source Han Sans CN"/>
                <a:ea typeface="Source Han Sans CN"/>
                <a:cs typeface="Source Han Sans CN"/>
              </a:rPr>
              <a:t>得</a:t>
            </a:r>
          </a:p>
          <a:p xmlns:a="http://schemas.openxmlformats.org/drawingml/2006/main">
            <a:pPr algn="ctr">
              <a:lnSpc>
                <a:spcPct val="83000"/>
              </a:lnSpc>
              <a:buNone/>
              <a:defRPr sz="1050" b="1">
                <a:solidFill>
                  <a:srgbClr val="111111"/>
                </a:solidFill>
                <a:latin typeface="Source Han Sans CN"/>
                <a:ea typeface="Source Han Sans CN"/>
                <a:cs typeface="Source Han Sans CN"/>
              </a:defRPr>
            </a:pPr>
            <a:r>
              <a:rPr sz="1050" b="1">
                <a:solidFill>
                  <a:srgbClr val="111111"/>
                </a:solidFill>
                <a:latin typeface="Source Han Sans CN"/>
                <a:ea typeface="Source Han Sans CN"/>
                <a:cs typeface="Source Han Sans CN"/>
              </a:rPr>
              <a:t>到</a:t>
            </a:r>
          </a:p>
        </p:txBody>
      </p:sp>
      <p:sp>
        <p:nvSpPr>
          <p:cNvPr id="130" name="p21_index">
            <a:extLst xmlns:a="http://schemas.openxmlformats.org/drawingml/2006/main">
              <a:ext uri="{FF2B5EF4-FFF2-40B4-BE49-F238E27FC236}">
                <a16:creationId xmlns:a16="http://schemas.microsoft.com/office/drawing/2014/main" id="{03A8B94C-9594-497D-9B83-7A72A4FB9755}"/>
              </a:ext>
            </a:extLst>
          </p:cNvPr>
          <p:cNvSpPr>
            <a:spLocks xmlns:a="http://schemas.openxmlformats.org/drawingml/2006/main" noGrp="1"/>
          </p:cNvSpPr>
          <p:nvPr/>
        </p:nvSpPr>
        <p:spPr>
          <a:xfrm xmlns:a="http://schemas.openxmlformats.org/drawingml/2006/main">
            <a:off x="2733675" y="7124700"/>
            <a:ext cx="466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r">
              <a:lnSpc>
                <a:spcPct val="90000"/>
              </a:lnSpc>
              <a:buNone/>
              <a:defRPr sz="1350" b="1">
                <a:solidFill>
                  <a:srgbClr val="4C862A"/>
                </a:solidFill>
                <a:latin typeface="Source Han Sans CN"/>
                <a:ea typeface="Source Han Sans CN"/>
                <a:cs typeface="Source Han Sans CN"/>
              </a:defRPr>
            </a:pPr>
            <a:r>
              <a:rPr sz="1350" b="1">
                <a:solidFill>
                  <a:srgbClr val="4C862A"/>
                </a:solidFill>
                <a:latin typeface="Source Han Sans CN"/>
                <a:ea typeface="Source Han Sans CN"/>
                <a:cs typeface="Source Han Sans CN"/>
              </a:rPr>
              <a:t>2.1</a:t>
            </a:r>
          </a:p>
        </p:txBody>
      </p:sp>
      <p:sp>
        <p:nvSpPr>
          <p:cNvPr id="131" name="p22_title">
            <a:extLst xmlns:a="http://schemas.openxmlformats.org/drawingml/2006/main">
              <a:ext uri="{FF2B5EF4-FFF2-40B4-BE49-F238E27FC236}">
                <a16:creationId xmlns:a16="http://schemas.microsoft.com/office/drawing/2014/main" id="{FE72398A-988C-4D3C-8894-E8EC3CC7F843}"/>
              </a:ext>
            </a:extLst>
          </p:cNvPr>
          <p:cNvSpPr>
            <a:spLocks xmlns:a="http://schemas.openxmlformats.org/drawingml/2006/main" noGrp="1"/>
          </p:cNvSpPr>
          <p:nvPr/>
        </p:nvSpPr>
        <p:spPr>
          <a:xfrm xmlns:a="http://schemas.openxmlformats.org/drawingml/2006/main">
            <a:off x="4029075" y="3686175"/>
            <a:ext cx="5419725" cy="409575"/>
          </a:xfrm>
          <a:prstGeom xmlns:a="http://schemas.openxmlformats.org/drawingml/2006/main" prst="rect">
            <a:avLst/>
          </a:prstGeom>
          <a:solidFill xmlns:a="http://schemas.openxmlformats.org/drawingml/2006/main">
            <a:srgbClr val="DCEDE8"/>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73" b="1">
                <a:solidFill>
                  <a:srgbClr val="111111"/>
                </a:solidFill>
                <a:latin typeface="Source Han Sans CN"/>
                <a:ea typeface="Source Han Sans CN"/>
                <a:cs typeface="Source Han Sans CN"/>
              </a:defRPr>
            </a:pPr>
            <a:r>
              <a:rPr sz="1373" b="1">
                <a:solidFill>
                  <a:srgbClr val="111111"/>
                </a:solidFill>
                <a:latin typeface="Source Han Sans CN"/>
                <a:ea typeface="Source Han Sans CN"/>
                <a:cs typeface="Source Han Sans CN"/>
              </a:rPr>
              <a:t>对特定骨折病例的螺钉参数测量分析</a:t>
            </a:r>
          </a:p>
        </p:txBody>
      </p:sp>
      <p:sp>
        <p:nvSpPr>
          <p:cNvPr id="132" name="p22_r1">
            <a:extLst xmlns:a="http://schemas.openxmlformats.org/drawingml/2006/main">
              <a:ext uri="{FF2B5EF4-FFF2-40B4-BE49-F238E27FC236}">
                <a16:creationId xmlns:a16="http://schemas.microsoft.com/office/drawing/2014/main" id="{07FA7E40-8375-454B-9C64-F165B546F45E}"/>
              </a:ext>
            </a:extLst>
          </p:cNvPr>
          <p:cNvSpPr>
            <a:spLocks xmlns:a="http://schemas.openxmlformats.org/drawingml/2006/main" noGrp="1"/>
          </p:cNvSpPr>
          <p:nvPr/>
        </p:nvSpPr>
        <p:spPr>
          <a:xfrm xmlns:a="http://schemas.openxmlformats.org/drawingml/2006/main">
            <a:off x="4162425" y="4229100"/>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l">
              <a:lnSpc>
                <a:spcPct val="108000"/>
              </a:lnSpc>
              <a:buNone/>
              <a:defRPr sz="1215" b="1">
                <a:solidFill>
                  <a:srgbClr val="111111"/>
                </a:solidFill>
                <a:latin typeface="Source Han Sans CN"/>
                <a:ea typeface="Source Han Sans CN"/>
                <a:cs typeface="Source Han Sans CN"/>
              </a:defRPr>
            </a:pPr>
            <a:r>
              <a:rPr sz="1215" b="1">
                <a:solidFill>
                  <a:srgbClr val="111111"/>
                </a:solidFill>
                <a:latin typeface="Source Han Sans CN"/>
                <a:ea typeface="Source Han Sans CN"/>
                <a:cs typeface="Source Han Sans CN"/>
              </a:rPr>
              <a:t>选择特征参数测量方法</a:t>
            </a:r>
          </a:p>
        </p:txBody>
      </p:sp>
      <p:sp>
        <p:nvSpPr>
          <p:cNvPr id="133" name="p22_r1_2d">
            <a:extLst xmlns:a="http://schemas.openxmlformats.org/drawingml/2006/main">
              <a:ext uri="{FF2B5EF4-FFF2-40B4-BE49-F238E27FC236}">
                <a16:creationId xmlns:a16="http://schemas.microsoft.com/office/drawing/2014/main" id="{3328690B-BF69-47DE-AA99-72FC15953D2E}"/>
              </a:ext>
            </a:extLst>
          </p:cNvPr>
          <p:cNvSpPr>
            <a:spLocks xmlns:a="http://schemas.openxmlformats.org/drawingml/2006/main" noGrp="1"/>
          </p:cNvSpPr>
          <p:nvPr/>
        </p:nvSpPr>
        <p:spPr>
          <a:xfrm xmlns:a="http://schemas.openxmlformats.org/drawingml/2006/main">
            <a:off x="6191250" y="4229100"/>
            <a:ext cx="552450" cy="314325"/>
          </a:xfrm>
          <a:prstGeom xmlns:a="http://schemas.openxmlformats.org/drawingml/2006/main" prst="roundRect">
            <a:avLst>
              <a:gd name="adj" fmla="val 18182"/>
            </a:avLst>
          </a:prstGeom>
          <a:solidFill xmlns:a="http://schemas.openxmlformats.org/drawingml/2006/main">
            <a:srgbClr val="E7EFF8"/>
          </a:solidFill>
          <a:ln xmlns:a="http://schemas.openxmlformats.org/drawingml/2006/main" w="8096">
            <a:solidFill>
              <a:srgbClr val="9AAEC8"/>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00" b="0">
                <a:solidFill>
                  <a:srgbClr val="111111"/>
                </a:solidFill>
                <a:latin typeface="Source Han Sans CN"/>
                <a:ea typeface="Source Han Sans CN"/>
                <a:cs typeface="Source Han Sans CN"/>
              </a:defRPr>
            </a:pPr>
            <a:r>
              <a:rPr sz="1200" b="0">
                <a:solidFill>
                  <a:srgbClr val="111111"/>
                </a:solidFill>
                <a:latin typeface="Source Han Sans CN"/>
                <a:ea typeface="Source Han Sans CN"/>
                <a:cs typeface="Source Han Sans CN"/>
              </a:rPr>
              <a:t>二维</a:t>
            </a:r>
          </a:p>
        </p:txBody>
      </p:sp>
      <p:sp>
        <p:nvSpPr>
          <p:cNvPr id="134" name="p22_r1_3d">
            <a:extLst xmlns:a="http://schemas.openxmlformats.org/drawingml/2006/main">
              <a:ext uri="{FF2B5EF4-FFF2-40B4-BE49-F238E27FC236}">
                <a16:creationId xmlns:a16="http://schemas.microsoft.com/office/drawing/2014/main" id="{36A9F932-B07B-408E-BB89-381BBEC1B58E}"/>
              </a:ext>
            </a:extLst>
          </p:cNvPr>
          <p:cNvSpPr>
            <a:spLocks xmlns:a="http://schemas.openxmlformats.org/drawingml/2006/main" noGrp="1"/>
          </p:cNvSpPr>
          <p:nvPr/>
        </p:nvSpPr>
        <p:spPr>
          <a:xfrm xmlns:a="http://schemas.openxmlformats.org/drawingml/2006/main">
            <a:off x="6829425" y="4229100"/>
            <a:ext cx="552450" cy="314325"/>
          </a:xfrm>
          <a:prstGeom xmlns:a="http://schemas.openxmlformats.org/drawingml/2006/main" prst="roundRect">
            <a:avLst>
              <a:gd name="adj" fmla="val 18182"/>
            </a:avLst>
          </a:prstGeom>
          <a:solidFill xmlns:a="http://schemas.openxmlformats.org/drawingml/2006/main">
            <a:srgbClr val="D9EEE5"/>
          </a:solidFill>
          <a:ln xmlns:a="http://schemas.openxmlformats.org/drawingml/2006/main" w="8096">
            <a:solidFill>
              <a:srgbClr val="7DB89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00" b="0">
                <a:solidFill>
                  <a:srgbClr val="111111"/>
                </a:solidFill>
                <a:latin typeface="Source Han Sans CN"/>
                <a:ea typeface="Source Han Sans CN"/>
                <a:cs typeface="Source Han Sans CN"/>
              </a:defRPr>
            </a:pPr>
            <a:r>
              <a:rPr sz="1200" b="0">
                <a:solidFill>
                  <a:srgbClr val="111111"/>
                </a:solidFill>
                <a:latin typeface="Source Han Sans CN"/>
                <a:ea typeface="Source Han Sans CN"/>
                <a:cs typeface="Source Han Sans CN"/>
              </a:rPr>
              <a:t>三维</a:t>
            </a:r>
          </a:p>
        </p:txBody>
      </p:sp>
      <p:sp>
        <p:nvSpPr>
          <p:cNvPr id="135" name="p22_r2">
            <a:extLst xmlns:a="http://schemas.openxmlformats.org/drawingml/2006/main">
              <a:ext uri="{FF2B5EF4-FFF2-40B4-BE49-F238E27FC236}">
                <a16:creationId xmlns:a16="http://schemas.microsoft.com/office/drawing/2014/main" id="{774F5938-47D7-4B9B-96FE-B95A4EF19C28}"/>
              </a:ext>
            </a:extLst>
          </p:cNvPr>
          <p:cNvSpPr>
            <a:spLocks xmlns:a="http://schemas.openxmlformats.org/drawingml/2006/main" noGrp="1"/>
          </p:cNvSpPr>
          <p:nvPr/>
        </p:nvSpPr>
        <p:spPr>
          <a:xfrm xmlns:a="http://schemas.openxmlformats.org/drawingml/2006/main">
            <a:off x="4162425" y="4695825"/>
            <a:ext cx="276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l">
              <a:lnSpc>
                <a:spcPct val="108000"/>
              </a:lnSpc>
              <a:buNone/>
              <a:defRPr sz="1148" b="1">
                <a:solidFill>
                  <a:srgbClr val="111111"/>
                </a:solidFill>
                <a:latin typeface="Source Han Sans CN"/>
                <a:ea typeface="Source Han Sans CN"/>
                <a:cs typeface="Source Han Sans CN"/>
              </a:defRPr>
            </a:pPr>
            <a:r>
              <a:rPr sz="1148" b="1">
                <a:solidFill>
                  <a:srgbClr val="111111"/>
                </a:solidFill>
                <a:latin typeface="Source Han Sans CN"/>
                <a:ea typeface="Source Han Sans CN"/>
                <a:cs typeface="Source Han Sans CN"/>
              </a:rPr>
              <a:t>骨质疏松合并胸腰椎骨折患者的特殊情况</a:t>
            </a:r>
          </a:p>
        </p:txBody>
      </p:sp>
      <p:sp>
        <p:nvSpPr>
          <p:cNvPr id="136" name="p22_r2_risk">
            <a:extLst xmlns:a="http://schemas.openxmlformats.org/drawingml/2006/main">
              <a:ext uri="{FF2B5EF4-FFF2-40B4-BE49-F238E27FC236}">
                <a16:creationId xmlns:a16="http://schemas.microsoft.com/office/drawing/2014/main" id="{C3C2565D-3ACA-4C95-B6B7-8D520C7FC8FC}"/>
              </a:ext>
            </a:extLst>
          </p:cNvPr>
          <p:cNvSpPr>
            <a:spLocks xmlns:a="http://schemas.openxmlformats.org/drawingml/2006/main" noGrp="1"/>
          </p:cNvSpPr>
          <p:nvPr/>
        </p:nvSpPr>
        <p:spPr>
          <a:xfrm xmlns:a="http://schemas.openxmlformats.org/drawingml/2006/main">
            <a:off x="6981825" y="4648200"/>
            <a:ext cx="1924050" cy="361950"/>
          </a:xfrm>
          <a:prstGeom xmlns:a="http://schemas.openxmlformats.org/drawingml/2006/main" prst="roundRect">
            <a:avLst>
              <a:gd name="adj" fmla="val 15789"/>
            </a:avLst>
          </a:prstGeom>
          <a:solidFill xmlns:a="http://schemas.openxmlformats.org/drawingml/2006/main">
            <a:srgbClr val="D9EEE5"/>
          </a:solidFill>
          <a:ln xmlns:a="http://schemas.openxmlformats.org/drawingml/2006/main" w="8096">
            <a:solidFill>
              <a:srgbClr val="7DB89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48" b="0">
                <a:solidFill>
                  <a:srgbClr val="111111"/>
                </a:solidFill>
                <a:latin typeface="Source Han Sans CN"/>
                <a:ea typeface="Source Han Sans CN"/>
                <a:cs typeface="Source Han Sans CN"/>
              </a:defRPr>
            </a:pPr>
            <a:r>
              <a:rPr sz="1148" b="0">
                <a:solidFill>
                  <a:srgbClr val="111111"/>
                </a:solidFill>
                <a:latin typeface="Source Han Sans CN"/>
                <a:ea typeface="Source Han Sans CN"/>
                <a:cs typeface="Source Han Sans CN"/>
              </a:rPr>
              <a:t>第一次骨折—再次骨折风险</a:t>
            </a:r>
          </a:p>
        </p:txBody>
      </p:sp>
      <p:sp>
        <p:nvSpPr>
          <p:cNvPr id="137" name="p22_r3">
            <a:extLst xmlns:a="http://schemas.openxmlformats.org/drawingml/2006/main">
              <a:ext uri="{FF2B5EF4-FFF2-40B4-BE49-F238E27FC236}">
                <a16:creationId xmlns:a16="http://schemas.microsoft.com/office/drawing/2014/main" id="{57DB10F3-B24B-4650-8860-0D18FA6CD8A9}"/>
              </a:ext>
            </a:extLst>
          </p:cNvPr>
          <p:cNvSpPr>
            <a:spLocks xmlns:a="http://schemas.openxmlformats.org/drawingml/2006/main" noGrp="1"/>
          </p:cNvSpPr>
          <p:nvPr/>
        </p:nvSpPr>
        <p:spPr>
          <a:xfrm xmlns:a="http://schemas.openxmlformats.org/drawingml/2006/main">
            <a:off x="4162425" y="5133975"/>
            <a:ext cx="21621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l">
              <a:lnSpc>
                <a:spcPct val="108000"/>
              </a:lnSpc>
              <a:buNone/>
              <a:defRPr sz="1208" b="1">
                <a:solidFill>
                  <a:srgbClr val="111111"/>
                </a:solidFill>
                <a:latin typeface="Source Han Sans CN"/>
                <a:ea typeface="Source Han Sans CN"/>
                <a:cs typeface="Source Han Sans CN"/>
              </a:defRPr>
            </a:pPr>
            <a:r>
              <a:rPr sz="1208" b="1">
                <a:solidFill>
                  <a:srgbClr val="111111"/>
                </a:solidFill>
                <a:latin typeface="Source Han Sans CN"/>
                <a:ea typeface="Source Han Sans CN"/>
                <a:cs typeface="Source Han Sans CN"/>
              </a:rPr>
              <a:t>定义关键参数及其测量技术</a:t>
            </a:r>
          </a:p>
        </p:txBody>
      </p:sp>
      <p:sp>
        <p:nvSpPr>
          <p:cNvPr id="138" name="p22_r3_seq">
            <a:extLst xmlns:a="http://schemas.openxmlformats.org/drawingml/2006/main">
              <a:ext uri="{FF2B5EF4-FFF2-40B4-BE49-F238E27FC236}">
                <a16:creationId xmlns:a16="http://schemas.microsoft.com/office/drawing/2014/main" id="{93B3C1F1-A05D-48DE-B270-52BCEC4E6627}"/>
              </a:ext>
            </a:extLst>
          </p:cNvPr>
          <p:cNvSpPr>
            <a:spLocks xmlns:a="http://schemas.openxmlformats.org/drawingml/2006/main" noGrp="1"/>
          </p:cNvSpPr>
          <p:nvPr/>
        </p:nvSpPr>
        <p:spPr>
          <a:xfrm xmlns:a="http://schemas.openxmlformats.org/drawingml/2006/main">
            <a:off x="6391275" y="5133975"/>
            <a:ext cx="1143000" cy="323850"/>
          </a:xfrm>
          <a:prstGeom xmlns:a="http://schemas.openxmlformats.org/drawingml/2006/main" prst="roundRect">
            <a:avLst>
              <a:gd name="adj" fmla="val 17647"/>
            </a:avLst>
          </a:prstGeom>
          <a:solidFill xmlns:a="http://schemas.openxmlformats.org/drawingml/2006/main">
            <a:srgbClr val="E7EFF8"/>
          </a:solidFill>
          <a:ln xmlns:a="http://schemas.openxmlformats.org/drawingml/2006/main" w="8096">
            <a:solidFill>
              <a:srgbClr val="9AAEC8"/>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40" b="0">
                <a:solidFill>
                  <a:srgbClr val="111111"/>
                </a:solidFill>
                <a:latin typeface="Source Han Sans CN"/>
                <a:ea typeface="Source Han Sans CN"/>
                <a:cs typeface="Source Han Sans CN"/>
              </a:defRPr>
            </a:pPr>
            <a:r>
              <a:rPr sz="1140" b="0">
                <a:solidFill>
                  <a:srgbClr val="111111"/>
                </a:solidFill>
                <a:latin typeface="Source Han Sans CN"/>
                <a:ea typeface="Source Han Sans CN"/>
                <a:cs typeface="Source Han Sans CN"/>
              </a:rPr>
              <a:t>序列影像参数</a:t>
            </a:r>
          </a:p>
        </p:txBody>
      </p:sp>
      <p:sp>
        <p:nvSpPr>
          <p:cNvPr id="139" name="p22_r3_bone">
            <a:extLst xmlns:a="http://schemas.openxmlformats.org/drawingml/2006/main">
              <a:ext uri="{FF2B5EF4-FFF2-40B4-BE49-F238E27FC236}">
                <a16:creationId xmlns:a16="http://schemas.microsoft.com/office/drawing/2014/main" id="{6FB88267-60CB-43F8-82FF-212D92F6B1E8}"/>
              </a:ext>
            </a:extLst>
          </p:cNvPr>
          <p:cNvSpPr>
            <a:spLocks xmlns:a="http://schemas.openxmlformats.org/drawingml/2006/main" noGrp="1"/>
          </p:cNvSpPr>
          <p:nvPr/>
        </p:nvSpPr>
        <p:spPr>
          <a:xfrm xmlns:a="http://schemas.openxmlformats.org/drawingml/2006/main">
            <a:off x="7600950" y="5133975"/>
            <a:ext cx="1304925" cy="323850"/>
          </a:xfrm>
          <a:prstGeom xmlns:a="http://schemas.openxmlformats.org/drawingml/2006/main" prst="roundRect">
            <a:avLst>
              <a:gd name="adj" fmla="val 17647"/>
            </a:avLst>
          </a:prstGeom>
          <a:solidFill xmlns:a="http://schemas.openxmlformats.org/drawingml/2006/main">
            <a:srgbClr val="D9EEE5"/>
          </a:solidFill>
          <a:ln xmlns:a="http://schemas.openxmlformats.org/drawingml/2006/main" w="8096">
            <a:solidFill>
              <a:srgbClr val="7DB89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40" b="0">
                <a:solidFill>
                  <a:srgbClr val="111111"/>
                </a:solidFill>
                <a:latin typeface="Source Han Sans CN"/>
                <a:ea typeface="Source Han Sans CN"/>
                <a:cs typeface="Source Han Sans CN"/>
              </a:defRPr>
            </a:pPr>
            <a:r>
              <a:rPr sz="1140" b="0">
                <a:solidFill>
                  <a:srgbClr val="111111"/>
                </a:solidFill>
                <a:latin typeface="Source Han Sans CN"/>
                <a:ea typeface="Source Han Sans CN"/>
                <a:cs typeface="Source Han Sans CN"/>
              </a:rPr>
              <a:t>骨质条件参数</a:t>
            </a:r>
          </a:p>
        </p:txBody>
      </p:sp>
      <p:sp>
        <p:nvSpPr>
          <p:cNvPr id="140" name="p22_r4">
            <a:extLst xmlns:a="http://schemas.openxmlformats.org/drawingml/2006/main">
              <a:ext uri="{FF2B5EF4-FFF2-40B4-BE49-F238E27FC236}">
                <a16:creationId xmlns:a16="http://schemas.microsoft.com/office/drawing/2014/main" id="{EC33AE70-1D83-4101-B3B5-82FF437E7584}"/>
              </a:ext>
            </a:extLst>
          </p:cNvPr>
          <p:cNvSpPr>
            <a:spLocks xmlns:a="http://schemas.openxmlformats.org/drawingml/2006/main" noGrp="1"/>
          </p:cNvSpPr>
          <p:nvPr/>
        </p:nvSpPr>
        <p:spPr>
          <a:xfrm xmlns:a="http://schemas.openxmlformats.org/drawingml/2006/main">
            <a:off x="4162425" y="5619750"/>
            <a:ext cx="2266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l">
              <a:lnSpc>
                <a:spcPct val="108000"/>
              </a:lnSpc>
              <a:buNone/>
              <a:defRPr sz="1185" b="1">
                <a:solidFill>
                  <a:srgbClr val="111111"/>
                </a:solidFill>
                <a:latin typeface="Source Han Sans CN"/>
                <a:ea typeface="Source Han Sans CN"/>
                <a:cs typeface="Source Han Sans CN"/>
              </a:defRPr>
            </a:pPr>
            <a:r>
              <a:rPr sz="1185" b="1">
                <a:solidFill>
                  <a:srgbClr val="111111"/>
                </a:solidFill>
                <a:latin typeface="Source Han Sans CN"/>
                <a:ea typeface="Source Han Sans CN"/>
                <a:cs typeface="Source Han Sans CN"/>
              </a:rPr>
              <a:t>X线影像的二维参数测量结果</a:t>
            </a:r>
          </a:p>
        </p:txBody>
      </p:sp>
      <p:sp>
        <p:nvSpPr>
          <p:cNvPr id="141" name="p22_r4_values">
            <a:extLst xmlns:a="http://schemas.openxmlformats.org/drawingml/2006/main">
              <a:ext uri="{FF2B5EF4-FFF2-40B4-BE49-F238E27FC236}">
                <a16:creationId xmlns:a16="http://schemas.microsoft.com/office/drawing/2014/main" id="{21418EF7-EB6C-4C51-A847-30EE8E6981D6}"/>
              </a:ext>
            </a:extLst>
          </p:cNvPr>
          <p:cNvSpPr>
            <a:spLocks xmlns:a="http://schemas.openxmlformats.org/drawingml/2006/main" noGrp="1"/>
          </p:cNvSpPr>
          <p:nvPr/>
        </p:nvSpPr>
        <p:spPr>
          <a:xfrm xmlns:a="http://schemas.openxmlformats.org/drawingml/2006/main">
            <a:off x="6486525" y="5572125"/>
            <a:ext cx="2762250" cy="466725"/>
          </a:xfrm>
          <a:prstGeom xmlns:a="http://schemas.openxmlformats.org/drawingml/2006/main" prst="roundRect">
            <a:avLst>
              <a:gd name="adj" fmla="val 12245"/>
            </a:avLst>
          </a:prstGeom>
          <a:solidFill xmlns:a="http://schemas.openxmlformats.org/drawingml/2006/main">
            <a:srgbClr val="D9EEE5"/>
          </a:solidFill>
          <a:ln xmlns:a="http://schemas.openxmlformats.org/drawingml/2006/main" w="8096">
            <a:solidFill>
              <a:srgbClr val="7DB89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l">
              <a:lnSpc>
                <a:spcPct val="96000"/>
              </a:lnSpc>
              <a:buNone/>
              <a:defRPr sz="1088" b="0">
                <a:solidFill>
                  <a:srgbClr val="111111"/>
                </a:solidFill>
                <a:latin typeface="Source Han Sans CN"/>
                <a:ea typeface="Source Han Sans CN"/>
                <a:cs typeface="Source Han Sans CN"/>
              </a:defRPr>
            </a:pPr>
            <a:r>
              <a:rPr sz="1088" b="0">
                <a:solidFill>
                  <a:srgbClr val="111111"/>
                </a:solidFill>
                <a:latin typeface="Source Han Sans CN"/>
                <a:ea typeface="Source Han Sans CN"/>
                <a:cs typeface="Source Han Sans CN"/>
              </a:rPr>
              <a:t>椎体前缘高度、后缘高度、椎弓根宽度、</a:t>
            </a:r>
          </a:p>
          <a:p xmlns:a="http://schemas.openxmlformats.org/drawingml/2006/main">
            <a:pPr algn="l">
              <a:lnSpc>
                <a:spcPct val="96000"/>
              </a:lnSpc>
              <a:buNone/>
              <a:defRPr sz="1088" b="0">
                <a:solidFill>
                  <a:srgbClr val="111111"/>
                </a:solidFill>
                <a:latin typeface="Source Han Sans CN"/>
                <a:ea typeface="Source Han Sans CN"/>
                <a:cs typeface="Source Han Sans CN"/>
              </a:defRPr>
            </a:pPr>
            <a:r>
              <a:rPr sz="1088" b="0">
                <a:solidFill>
                  <a:srgbClr val="111111"/>
                </a:solidFill>
                <a:latin typeface="Source Han Sans CN"/>
                <a:ea typeface="Source Han Sans CN"/>
                <a:cs typeface="Source Han Sans CN"/>
              </a:rPr>
              <a:t>Cobb角、椎体楔角</a:t>
            </a:r>
          </a:p>
        </p:txBody>
      </p:sp>
      <p:sp>
        <p:nvSpPr>
          <p:cNvPr id="142" name="p22_r5">
            <a:extLst xmlns:a="http://schemas.openxmlformats.org/drawingml/2006/main">
              <a:ext uri="{FF2B5EF4-FFF2-40B4-BE49-F238E27FC236}">
                <a16:creationId xmlns:a16="http://schemas.microsoft.com/office/drawing/2014/main" id="{0B9DA61A-80D2-43DB-B10C-F4D94B6B30B1}"/>
              </a:ext>
            </a:extLst>
          </p:cNvPr>
          <p:cNvSpPr>
            <a:spLocks xmlns:a="http://schemas.openxmlformats.org/drawingml/2006/main" noGrp="1"/>
          </p:cNvSpPr>
          <p:nvPr/>
        </p:nvSpPr>
        <p:spPr>
          <a:xfrm xmlns:a="http://schemas.openxmlformats.org/drawingml/2006/main">
            <a:off x="4162425" y="6124575"/>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l">
              <a:lnSpc>
                <a:spcPct val="108000"/>
              </a:lnSpc>
              <a:buNone/>
              <a:defRPr sz="1200" b="1">
                <a:solidFill>
                  <a:srgbClr val="111111"/>
                </a:solidFill>
                <a:latin typeface="Source Han Sans CN"/>
                <a:ea typeface="Source Han Sans CN"/>
                <a:cs typeface="Source Han Sans CN"/>
              </a:defRPr>
            </a:pPr>
            <a:r>
              <a:rPr sz="1200" b="1">
                <a:solidFill>
                  <a:srgbClr val="111111"/>
                </a:solidFill>
                <a:latin typeface="Source Han Sans CN"/>
                <a:ea typeface="Source Han Sans CN"/>
                <a:cs typeface="Source Han Sans CN"/>
              </a:rPr>
              <a:t>基于三维CT的螺钉重建</a:t>
            </a:r>
          </a:p>
        </p:txBody>
      </p:sp>
      <p:sp>
        <p:nvSpPr>
          <p:cNvPr id="143" name="p22_r5_traj">
            <a:extLst xmlns:a="http://schemas.openxmlformats.org/drawingml/2006/main">
              <a:ext uri="{FF2B5EF4-FFF2-40B4-BE49-F238E27FC236}">
                <a16:creationId xmlns:a16="http://schemas.microsoft.com/office/drawing/2014/main" id="{00F2C267-16FB-4150-A651-C8498B7730E9}"/>
              </a:ext>
            </a:extLst>
          </p:cNvPr>
          <p:cNvSpPr>
            <a:spLocks xmlns:a="http://schemas.openxmlformats.org/drawingml/2006/main" noGrp="1"/>
          </p:cNvSpPr>
          <p:nvPr/>
        </p:nvSpPr>
        <p:spPr>
          <a:xfrm xmlns:a="http://schemas.openxmlformats.org/drawingml/2006/main">
            <a:off x="6267450" y="6153150"/>
            <a:ext cx="571500" cy="323850"/>
          </a:xfrm>
          <a:prstGeom xmlns:a="http://schemas.openxmlformats.org/drawingml/2006/main" prst="roundRect">
            <a:avLst>
              <a:gd name="adj" fmla="val 17647"/>
            </a:avLst>
          </a:prstGeom>
          <a:solidFill xmlns:a="http://schemas.openxmlformats.org/drawingml/2006/main">
            <a:srgbClr val="D9EEE5"/>
          </a:solidFill>
          <a:ln xmlns:a="http://schemas.openxmlformats.org/drawingml/2006/main" w="8096">
            <a:solidFill>
              <a:srgbClr val="7DB89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63" b="0">
                <a:solidFill>
                  <a:srgbClr val="111111"/>
                </a:solidFill>
                <a:latin typeface="Source Han Sans CN"/>
                <a:ea typeface="Source Han Sans CN"/>
                <a:cs typeface="Source Han Sans CN"/>
              </a:defRPr>
            </a:pPr>
            <a:r>
              <a:rPr sz="1163" b="0">
                <a:solidFill>
                  <a:srgbClr val="111111"/>
                </a:solidFill>
                <a:latin typeface="Source Han Sans CN"/>
                <a:ea typeface="Source Han Sans CN"/>
                <a:cs typeface="Source Han Sans CN"/>
              </a:rPr>
              <a:t>轨迹</a:t>
            </a:r>
          </a:p>
        </p:txBody>
      </p:sp>
      <p:sp>
        <p:nvSpPr>
          <p:cNvPr id="144" name="p22_r5_density">
            <a:extLst xmlns:a="http://schemas.openxmlformats.org/drawingml/2006/main">
              <a:ext uri="{FF2B5EF4-FFF2-40B4-BE49-F238E27FC236}">
                <a16:creationId xmlns:a16="http://schemas.microsoft.com/office/drawing/2014/main" id="{CBC7B47F-48A5-47EE-8038-19EE149F46C0}"/>
              </a:ext>
            </a:extLst>
          </p:cNvPr>
          <p:cNvSpPr>
            <a:spLocks xmlns:a="http://schemas.openxmlformats.org/drawingml/2006/main" noGrp="1"/>
          </p:cNvSpPr>
          <p:nvPr/>
        </p:nvSpPr>
        <p:spPr>
          <a:xfrm xmlns:a="http://schemas.openxmlformats.org/drawingml/2006/main">
            <a:off x="6934200" y="6153150"/>
            <a:ext cx="666750" cy="323850"/>
          </a:xfrm>
          <a:prstGeom xmlns:a="http://schemas.openxmlformats.org/drawingml/2006/main" prst="roundRect">
            <a:avLst>
              <a:gd name="adj" fmla="val 17647"/>
            </a:avLst>
          </a:prstGeom>
          <a:solidFill xmlns:a="http://schemas.openxmlformats.org/drawingml/2006/main">
            <a:srgbClr val="D9EEE5"/>
          </a:solidFill>
          <a:ln xmlns:a="http://schemas.openxmlformats.org/drawingml/2006/main" w="8096">
            <a:solidFill>
              <a:srgbClr val="7DB89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48" b="0">
                <a:solidFill>
                  <a:srgbClr val="111111"/>
                </a:solidFill>
                <a:latin typeface="Source Han Sans CN"/>
                <a:ea typeface="Source Han Sans CN"/>
                <a:cs typeface="Source Han Sans CN"/>
              </a:defRPr>
            </a:pPr>
            <a:r>
              <a:rPr sz="1148" b="0">
                <a:solidFill>
                  <a:srgbClr val="111111"/>
                </a:solidFill>
                <a:latin typeface="Source Han Sans CN"/>
                <a:ea typeface="Source Han Sans CN"/>
                <a:cs typeface="Source Han Sans CN"/>
              </a:rPr>
              <a:t>骨密度</a:t>
            </a:r>
          </a:p>
        </p:txBody>
      </p:sp>
      <p:sp>
        <p:nvSpPr>
          <p:cNvPr id="145" name="p22_r5_distance">
            <a:extLst xmlns:a="http://schemas.openxmlformats.org/drawingml/2006/main">
              <a:ext uri="{FF2B5EF4-FFF2-40B4-BE49-F238E27FC236}">
                <a16:creationId xmlns:a16="http://schemas.microsoft.com/office/drawing/2014/main" id="{35BF607F-E730-4D09-8CD4-4394ACAA70DF}"/>
              </a:ext>
            </a:extLst>
          </p:cNvPr>
          <p:cNvSpPr>
            <a:spLocks xmlns:a="http://schemas.openxmlformats.org/drawingml/2006/main" noGrp="1"/>
          </p:cNvSpPr>
          <p:nvPr/>
        </p:nvSpPr>
        <p:spPr>
          <a:xfrm xmlns:a="http://schemas.openxmlformats.org/drawingml/2006/main">
            <a:off x="7686675" y="6153150"/>
            <a:ext cx="1562100" cy="323850"/>
          </a:xfrm>
          <a:prstGeom xmlns:a="http://schemas.openxmlformats.org/drawingml/2006/main" prst="roundRect">
            <a:avLst>
              <a:gd name="adj" fmla="val 17647"/>
            </a:avLst>
          </a:prstGeom>
          <a:solidFill xmlns:a="http://schemas.openxmlformats.org/drawingml/2006/main">
            <a:srgbClr val="D9EEE5"/>
          </a:solidFill>
          <a:ln xmlns:a="http://schemas.openxmlformats.org/drawingml/2006/main" w="8096">
            <a:solidFill>
              <a:srgbClr val="7DB89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88" b="0">
                <a:solidFill>
                  <a:srgbClr val="111111"/>
                </a:solidFill>
                <a:latin typeface="Source Han Sans CN"/>
                <a:ea typeface="Source Han Sans CN"/>
                <a:cs typeface="Source Han Sans CN"/>
              </a:defRPr>
            </a:pPr>
            <a:r>
              <a:rPr sz="1088" b="0">
                <a:solidFill>
                  <a:srgbClr val="111111"/>
                </a:solidFill>
                <a:latin typeface="Source Han Sans CN"/>
                <a:ea typeface="Source Han Sans CN"/>
                <a:cs typeface="Source Han Sans CN"/>
              </a:rPr>
              <a:t>有效钉道与皮质距离</a:t>
            </a:r>
          </a:p>
        </p:txBody>
      </p:sp>
      <p:sp>
        <p:nvSpPr>
          <p:cNvPr id="146" name="p22_r6">
            <a:extLst xmlns:a="http://schemas.openxmlformats.org/drawingml/2006/main">
              <a:ext uri="{FF2B5EF4-FFF2-40B4-BE49-F238E27FC236}">
                <a16:creationId xmlns:a16="http://schemas.microsoft.com/office/drawing/2014/main" id="{75CCDC07-4FE7-4397-89B6-225E8BF0C762}"/>
              </a:ext>
            </a:extLst>
          </p:cNvPr>
          <p:cNvSpPr>
            <a:spLocks xmlns:a="http://schemas.openxmlformats.org/drawingml/2006/main" noGrp="1"/>
          </p:cNvSpPr>
          <p:nvPr/>
        </p:nvSpPr>
        <p:spPr>
          <a:xfrm xmlns:a="http://schemas.openxmlformats.org/drawingml/2006/main">
            <a:off x="4162425" y="6610350"/>
            <a:ext cx="2209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l">
              <a:lnSpc>
                <a:spcPct val="108000"/>
              </a:lnSpc>
              <a:buNone/>
              <a:defRPr sz="1185" b="1">
                <a:solidFill>
                  <a:srgbClr val="111111"/>
                </a:solidFill>
                <a:latin typeface="Source Han Sans CN"/>
                <a:ea typeface="Source Han Sans CN"/>
                <a:cs typeface="Source Han Sans CN"/>
              </a:defRPr>
            </a:pPr>
            <a:r>
              <a:rPr sz="1185" b="1">
                <a:solidFill>
                  <a:srgbClr val="111111"/>
                </a:solidFill>
                <a:latin typeface="Source Han Sans CN"/>
                <a:ea typeface="Source Han Sans CN"/>
                <a:cs typeface="Source Han Sans CN"/>
              </a:rPr>
              <a:t>重建模型的三维参数测量结果</a:t>
            </a:r>
          </a:p>
        </p:txBody>
      </p:sp>
      <p:sp>
        <p:nvSpPr>
          <p:cNvPr id="147" name="p22_r6_corr">
            <a:extLst xmlns:a="http://schemas.openxmlformats.org/drawingml/2006/main">
              <a:ext uri="{FF2B5EF4-FFF2-40B4-BE49-F238E27FC236}">
                <a16:creationId xmlns:a16="http://schemas.microsoft.com/office/drawing/2014/main" id="{9C08EE61-9366-44BA-BA9F-9ED36B7C200F}"/>
              </a:ext>
            </a:extLst>
          </p:cNvPr>
          <p:cNvSpPr>
            <a:spLocks xmlns:a="http://schemas.openxmlformats.org/drawingml/2006/main" noGrp="1"/>
          </p:cNvSpPr>
          <p:nvPr/>
        </p:nvSpPr>
        <p:spPr>
          <a:xfrm xmlns:a="http://schemas.openxmlformats.org/drawingml/2006/main">
            <a:off x="6410325" y="6610350"/>
            <a:ext cx="2352675" cy="333375"/>
          </a:xfrm>
          <a:prstGeom xmlns:a="http://schemas.openxmlformats.org/drawingml/2006/main" prst="roundRect">
            <a:avLst>
              <a:gd name="adj" fmla="val 17143"/>
            </a:avLst>
          </a:prstGeom>
          <a:solidFill xmlns:a="http://schemas.openxmlformats.org/drawingml/2006/main">
            <a:srgbClr val="D9EEE5"/>
          </a:solidFill>
          <a:ln xmlns:a="http://schemas.openxmlformats.org/drawingml/2006/main" w="8096">
            <a:solidFill>
              <a:srgbClr val="7DB89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33" b="0">
                <a:solidFill>
                  <a:srgbClr val="111111"/>
                </a:solidFill>
                <a:latin typeface="Source Han Sans CN"/>
                <a:ea typeface="Source Han Sans CN"/>
                <a:cs typeface="Source Han Sans CN"/>
              </a:defRPr>
            </a:pPr>
            <a:r>
              <a:rPr sz="1133" b="0">
                <a:solidFill>
                  <a:srgbClr val="111111"/>
                </a:solidFill>
                <a:latin typeface="Source Han Sans CN"/>
                <a:ea typeface="Source Han Sans CN"/>
                <a:cs typeface="Source Han Sans CN"/>
              </a:rPr>
              <a:t>序列长度与骨密度的相关分析</a:t>
            </a:r>
          </a:p>
        </p:txBody>
      </p:sp>
      <p:sp>
        <p:nvSpPr>
          <p:cNvPr id="148" name="p22_conclusion">
            <a:extLst xmlns:a="http://schemas.openxmlformats.org/drawingml/2006/main">
              <a:ext uri="{FF2B5EF4-FFF2-40B4-BE49-F238E27FC236}">
                <a16:creationId xmlns:a16="http://schemas.microsoft.com/office/drawing/2014/main" id="{960AB960-A0F3-4311-AE8E-448E1926FF7A}"/>
              </a:ext>
            </a:extLst>
          </p:cNvPr>
          <p:cNvSpPr>
            <a:spLocks xmlns:a="http://schemas.openxmlformats.org/drawingml/2006/main" noGrp="1"/>
          </p:cNvSpPr>
          <p:nvPr/>
        </p:nvSpPr>
        <p:spPr>
          <a:xfrm xmlns:a="http://schemas.openxmlformats.org/drawingml/2006/main">
            <a:off x="5219700" y="7105650"/>
            <a:ext cx="30289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108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完善测量参数体系与提升测量准确度</a:t>
            </a:r>
          </a:p>
        </p:txBody>
      </p:sp>
      <p:sp>
        <p:nvSpPr>
          <p:cNvPr id="149" name="p22_index">
            <a:extLst xmlns:a="http://schemas.openxmlformats.org/drawingml/2006/main">
              <a:ext uri="{FF2B5EF4-FFF2-40B4-BE49-F238E27FC236}">
                <a16:creationId xmlns:a16="http://schemas.microsoft.com/office/drawing/2014/main" id="{3DC33C90-FD64-4968-8282-CD1FC64877BB}"/>
              </a:ext>
            </a:extLst>
          </p:cNvPr>
          <p:cNvSpPr>
            <a:spLocks xmlns:a="http://schemas.openxmlformats.org/drawingml/2006/main" noGrp="1"/>
          </p:cNvSpPr>
          <p:nvPr/>
        </p:nvSpPr>
        <p:spPr>
          <a:xfrm xmlns:a="http://schemas.openxmlformats.org/drawingml/2006/main">
            <a:off x="8963025" y="7124700"/>
            <a:ext cx="4095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r">
              <a:lnSpc>
                <a:spcPct val="90000"/>
              </a:lnSpc>
              <a:buNone/>
              <a:defRPr sz="1350" b="1">
                <a:solidFill>
                  <a:srgbClr val="4C862A"/>
                </a:solidFill>
                <a:latin typeface="Source Han Sans CN"/>
                <a:ea typeface="Source Han Sans CN"/>
                <a:cs typeface="Source Han Sans CN"/>
              </a:defRPr>
            </a:pPr>
            <a:r>
              <a:rPr sz="1350" b="1">
                <a:solidFill>
                  <a:srgbClr val="4C862A"/>
                </a:solidFill>
                <a:latin typeface="Source Han Sans CN"/>
                <a:ea typeface="Source Han Sans CN"/>
                <a:cs typeface="Source Han Sans CN"/>
              </a:rPr>
              <a:t>2.2</a:t>
            </a:r>
          </a:p>
        </p:txBody>
      </p:sp>
      <p:sp>
        <p:nvSpPr>
          <p:cNvPr id="150" name="bus_special_target">
            <a:extLst xmlns:a="http://schemas.openxmlformats.org/drawingml/2006/main">
              <a:ext uri="{FF2B5EF4-FFF2-40B4-BE49-F238E27FC236}">
                <a16:creationId xmlns:a16="http://schemas.microsoft.com/office/drawing/2014/main" id="{ADDC5CF5-34FE-4A63-9973-9FF3FF40E935}"/>
              </a:ext>
            </a:extLst>
          </p:cNvPr>
          <p:cNvSpPr>
            <a:spLocks xmlns:a="http://schemas.openxmlformats.org/drawingml/2006/main" noGrp="1"/>
          </p:cNvSpPr>
          <p:nvPr/>
        </p:nvSpPr>
        <p:spPr>
          <a:xfrm xmlns:a="http://schemas.openxmlformats.org/drawingml/2006/main">
            <a:off x="4000500" y="48196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51" name="bus_r5_target">
            <a:extLst xmlns:a="http://schemas.openxmlformats.org/drawingml/2006/main">
              <a:ext uri="{FF2B5EF4-FFF2-40B4-BE49-F238E27FC236}">
                <a16:creationId xmlns:a16="http://schemas.microsoft.com/office/drawing/2014/main" id="{32D04168-6D44-4BF3-87CC-8933058A8195}"/>
              </a:ext>
            </a:extLst>
          </p:cNvPr>
          <p:cNvSpPr>
            <a:spLocks xmlns:a="http://schemas.openxmlformats.org/drawingml/2006/main" noGrp="1"/>
          </p:cNvSpPr>
          <p:nvPr/>
        </p:nvSpPr>
        <p:spPr>
          <a:xfrm xmlns:a="http://schemas.openxmlformats.org/drawingml/2006/main">
            <a:off x="4000500" y="6219825"/>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52" name="bus_conclusion_target">
            <a:extLst xmlns:a="http://schemas.openxmlformats.org/drawingml/2006/main">
              <a:ext uri="{FF2B5EF4-FFF2-40B4-BE49-F238E27FC236}">
                <a16:creationId xmlns:a16="http://schemas.microsoft.com/office/drawing/2014/main" id="{52F2D20D-A6F4-434C-9C08-9F7FA4C10634}"/>
              </a:ext>
            </a:extLst>
          </p:cNvPr>
          <p:cNvSpPr>
            <a:spLocks xmlns:a="http://schemas.openxmlformats.org/drawingml/2006/main" noGrp="1"/>
          </p:cNvSpPr>
          <p:nvPr/>
        </p:nvSpPr>
        <p:spPr>
          <a:xfrm xmlns:a="http://schemas.openxmlformats.org/drawingml/2006/main">
            <a:off x="4686300" y="723900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53" name="bus_green_start_1">
            <a:extLst xmlns:a="http://schemas.openxmlformats.org/drawingml/2006/main">
              <a:ext uri="{FF2B5EF4-FFF2-40B4-BE49-F238E27FC236}">
                <a16:creationId xmlns:a16="http://schemas.microsoft.com/office/drawing/2014/main" id="{2A95F98F-CB38-4521-9387-90B165B87173}"/>
              </a:ext>
            </a:extLst>
          </p:cNvPr>
          <p:cNvSpPr>
            <a:spLocks xmlns:a="http://schemas.openxmlformats.org/drawingml/2006/main" noGrp="1"/>
          </p:cNvSpPr>
          <p:nvPr/>
        </p:nvSpPr>
        <p:spPr>
          <a:xfrm xmlns:a="http://schemas.openxmlformats.org/drawingml/2006/main">
            <a:off x="3705225" y="77152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54" name="bus_green_start_2">
            <a:extLst xmlns:a="http://schemas.openxmlformats.org/drawingml/2006/main">
              <a:ext uri="{FF2B5EF4-FFF2-40B4-BE49-F238E27FC236}">
                <a16:creationId xmlns:a16="http://schemas.microsoft.com/office/drawing/2014/main" id="{5946D9D2-8B7D-4D41-BAB4-BBCDC6D77740}"/>
              </a:ext>
            </a:extLst>
          </p:cNvPr>
          <p:cNvSpPr>
            <a:spLocks xmlns:a="http://schemas.openxmlformats.org/drawingml/2006/main" noGrp="1"/>
          </p:cNvSpPr>
          <p:nvPr/>
        </p:nvSpPr>
        <p:spPr>
          <a:xfrm xmlns:a="http://schemas.openxmlformats.org/drawingml/2006/main">
            <a:off x="3800475" y="77152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55" name="s3_model_integration">
            <a:extLst xmlns:a="http://schemas.openxmlformats.org/drawingml/2006/main">
              <a:ext uri="{FF2B5EF4-FFF2-40B4-BE49-F238E27FC236}">
                <a16:creationId xmlns:a16="http://schemas.microsoft.com/office/drawing/2014/main" id="{66C9998D-95EA-4F63-A191-BEF3B95EBD17}"/>
              </a:ext>
            </a:extLst>
          </p:cNvPr>
          <p:cNvSpPr>
            <a:spLocks xmlns:a="http://schemas.openxmlformats.org/drawingml/2006/main" noGrp="1"/>
          </p:cNvSpPr>
          <p:nvPr/>
        </p:nvSpPr>
        <p:spPr>
          <a:xfrm xmlns:a="http://schemas.openxmlformats.org/drawingml/2006/main">
            <a:off x="742950" y="8115300"/>
            <a:ext cx="3905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模</a:t>
            </a:r>
          </a:p>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型</a:t>
            </a:r>
          </a:p>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整</a:t>
            </a:r>
          </a:p>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合</a:t>
            </a:r>
          </a:p>
        </p:txBody>
      </p:sp>
      <p:sp>
        <p:nvSpPr>
          <p:cNvPr id="156" name="s3_validation">
            <a:extLst xmlns:a="http://schemas.openxmlformats.org/drawingml/2006/main">
              <a:ext uri="{FF2B5EF4-FFF2-40B4-BE49-F238E27FC236}">
                <a16:creationId xmlns:a16="http://schemas.microsoft.com/office/drawing/2014/main" id="{8FCABF7C-8D51-474A-8C89-651114C9D271}"/>
              </a:ext>
            </a:extLst>
          </p:cNvPr>
          <p:cNvSpPr>
            <a:spLocks xmlns:a="http://schemas.openxmlformats.org/drawingml/2006/main" noGrp="1"/>
          </p:cNvSpPr>
          <p:nvPr/>
        </p:nvSpPr>
        <p:spPr>
          <a:xfrm xmlns:a="http://schemas.openxmlformats.org/drawingml/2006/main">
            <a:off x="742950" y="8943975"/>
            <a:ext cx="3905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验</a:t>
            </a:r>
          </a:p>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证</a:t>
            </a:r>
          </a:p>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方</a:t>
            </a:r>
          </a:p>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法</a:t>
            </a:r>
          </a:p>
        </p:txBody>
      </p:sp>
      <p:sp>
        <p:nvSpPr>
          <p:cNvPr id="157" name="s3_refinement">
            <a:extLst xmlns:a="http://schemas.openxmlformats.org/drawingml/2006/main">
              <a:ext uri="{FF2B5EF4-FFF2-40B4-BE49-F238E27FC236}">
                <a16:creationId xmlns:a16="http://schemas.microsoft.com/office/drawing/2014/main" id="{A7E8776C-341E-4041-BEDA-291FC69C8DA1}"/>
              </a:ext>
            </a:extLst>
          </p:cNvPr>
          <p:cNvSpPr>
            <a:spLocks xmlns:a="http://schemas.openxmlformats.org/drawingml/2006/main" noGrp="1"/>
          </p:cNvSpPr>
          <p:nvPr/>
        </p:nvSpPr>
        <p:spPr>
          <a:xfrm xmlns:a="http://schemas.openxmlformats.org/drawingml/2006/main">
            <a:off x="742950" y="9763125"/>
            <a:ext cx="3905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模</a:t>
            </a:r>
          </a:p>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型</a:t>
            </a:r>
          </a:p>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细</a:t>
            </a:r>
          </a:p>
          <a:p xmlns:a="http://schemas.openxmlformats.org/drawingml/2006/main">
            <a:pPr algn="ctr">
              <a:lnSpc>
                <a:spcPct val="82000"/>
              </a:lnSpc>
              <a:buNone/>
              <a:defRPr sz="1140" b="1">
                <a:solidFill>
                  <a:srgbClr val="111111"/>
                </a:solidFill>
                <a:latin typeface="Source Han Sans CN"/>
                <a:ea typeface="Source Han Sans CN"/>
                <a:cs typeface="Source Han Sans CN"/>
              </a:defRPr>
            </a:pPr>
            <a:r>
              <a:rPr sz="1140" b="1">
                <a:solidFill>
                  <a:srgbClr val="111111"/>
                </a:solidFill>
                <a:latin typeface="Source Han Sans CN"/>
                <a:ea typeface="Source Han Sans CN"/>
                <a:cs typeface="Source Han Sans CN"/>
              </a:rPr>
              <a:t>分</a:t>
            </a:r>
          </a:p>
        </p:txBody>
      </p:sp>
      <p:sp>
        <p:nvSpPr>
          <p:cNvPr id="158" name="red_bus_bottom">
            <a:extLst xmlns:a="http://schemas.openxmlformats.org/drawingml/2006/main">
              <a:ext uri="{FF2B5EF4-FFF2-40B4-BE49-F238E27FC236}">
                <a16:creationId xmlns:a16="http://schemas.microsoft.com/office/drawing/2014/main" id="{2866A448-7ED3-4F10-8ADC-B35F416F6B67}"/>
              </a:ext>
            </a:extLst>
          </p:cNvPr>
          <p:cNvSpPr>
            <a:spLocks xmlns:a="http://schemas.openxmlformats.org/drawingml/2006/main" noGrp="1"/>
          </p:cNvSpPr>
          <p:nvPr/>
        </p:nvSpPr>
        <p:spPr>
          <a:xfrm xmlns:a="http://schemas.openxmlformats.org/drawingml/2006/main">
            <a:off x="3495675" y="114490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59" name="p42_bus_target">
            <a:extLst xmlns:a="http://schemas.openxmlformats.org/drawingml/2006/main">
              <a:ext uri="{FF2B5EF4-FFF2-40B4-BE49-F238E27FC236}">
                <a16:creationId xmlns:a16="http://schemas.microsoft.com/office/drawing/2014/main" id="{AE849641-2CCB-4818-B270-022306DEE62B}"/>
              </a:ext>
            </a:extLst>
          </p:cNvPr>
          <p:cNvSpPr>
            <a:spLocks xmlns:a="http://schemas.openxmlformats.org/drawingml/2006/main" noGrp="1"/>
          </p:cNvSpPr>
          <p:nvPr/>
        </p:nvSpPr>
        <p:spPr>
          <a:xfrm xmlns:a="http://schemas.openxmlformats.org/drawingml/2006/main">
            <a:off x="3771900" y="114490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60" name="p31_title">
            <a:extLst xmlns:a="http://schemas.openxmlformats.org/drawingml/2006/main">
              <a:ext uri="{FF2B5EF4-FFF2-40B4-BE49-F238E27FC236}">
                <a16:creationId xmlns:a16="http://schemas.microsoft.com/office/drawing/2014/main" id="{99D84A58-582E-440D-87A2-E6082045F117}"/>
              </a:ext>
            </a:extLst>
          </p:cNvPr>
          <p:cNvSpPr>
            <a:spLocks xmlns:a="http://schemas.openxmlformats.org/drawingml/2006/main" noGrp="1"/>
          </p:cNvSpPr>
          <p:nvPr/>
        </p:nvSpPr>
        <p:spPr>
          <a:xfrm xmlns:a="http://schemas.openxmlformats.org/drawingml/2006/main">
            <a:off x="1409700" y="7800975"/>
            <a:ext cx="1771650" cy="390525"/>
          </a:xfrm>
          <a:prstGeom xmlns:a="http://schemas.openxmlformats.org/drawingml/2006/main" prst="rect">
            <a:avLst/>
          </a:prstGeom>
          <a:solidFill xmlns:a="http://schemas.openxmlformats.org/drawingml/2006/main">
            <a:srgbClr val="FCEBEC"/>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65" b="1">
                <a:solidFill>
                  <a:srgbClr val="111111"/>
                </a:solidFill>
                <a:latin typeface="Source Han Sans CN"/>
                <a:ea typeface="Source Han Sans CN"/>
                <a:cs typeface="Source Han Sans CN"/>
              </a:defRPr>
            </a:pPr>
            <a:r>
              <a:rPr sz="1365" b="1">
                <a:solidFill>
                  <a:srgbClr val="111111"/>
                </a:solidFill>
                <a:latin typeface="Source Han Sans CN"/>
                <a:ea typeface="Source Han Sans CN"/>
                <a:cs typeface="Source Han Sans CN"/>
              </a:rPr>
              <a:t>有限元模型建立</a:t>
            </a:r>
          </a:p>
        </p:txBody>
      </p:sp>
      <p:sp>
        <p:nvSpPr>
          <p:cNvPr id="161" name="p31_body">
            <a:extLst xmlns:a="http://schemas.openxmlformats.org/drawingml/2006/main">
              <a:ext uri="{FF2B5EF4-FFF2-40B4-BE49-F238E27FC236}">
                <a16:creationId xmlns:a16="http://schemas.microsoft.com/office/drawing/2014/main" id="{477F1A18-14FA-4B53-80CE-8E887DE376DA}"/>
              </a:ext>
            </a:extLst>
          </p:cNvPr>
          <p:cNvSpPr>
            <a:spLocks xmlns:a="http://schemas.openxmlformats.org/drawingml/2006/main" noGrp="1"/>
          </p:cNvSpPr>
          <p:nvPr/>
        </p:nvSpPr>
        <p:spPr>
          <a:xfrm xmlns:a="http://schemas.openxmlformats.org/drawingml/2006/main">
            <a:off x="1485900" y="8267700"/>
            <a:ext cx="162877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3" tIns="14288" rIns="4763" bIns="14288" anchor="ctr">
            <a:noAutofit/>
          </a:bodyPr>
          <a:lstStyle xmlns:a="http://schemas.openxmlformats.org/drawingml/2006/main"/>
          <a:p xmlns:a="http://schemas.openxmlformats.org/drawingml/2006/main">
            <a:pPr algn="l">
              <a:lnSpc>
                <a:spcPct val="140000"/>
              </a:lnSpc>
              <a:buNone/>
              <a:defRPr sz="990" b="0">
                <a:solidFill>
                  <a:srgbClr val="111111"/>
                </a:solidFill>
                <a:latin typeface="Source Han Sans CN"/>
                <a:ea typeface="Source Han Sans CN"/>
                <a:cs typeface="Source Han Sans CN"/>
              </a:defRPr>
            </a:pPr>
            <a:r>
              <a:rPr sz="990" b="0">
                <a:solidFill>
                  <a:srgbClr val="111111"/>
                </a:solidFill>
                <a:latin typeface="Source Han Sans CN"/>
                <a:ea typeface="Source Han Sans CN"/>
                <a:cs typeface="Source Han Sans CN"/>
              </a:rPr>
              <a:t>重建胸腰椎骨折三维模型</a:t>
            </a:r>
          </a:p>
          <a:p xmlns:a="http://schemas.openxmlformats.org/drawingml/2006/main">
            <a:pPr algn="l">
              <a:lnSpc>
                <a:spcPct val="140000"/>
              </a:lnSpc>
              <a:buNone/>
              <a:defRPr sz="990" b="0">
                <a:solidFill>
                  <a:srgbClr val="111111"/>
                </a:solidFill>
                <a:latin typeface="Source Han Sans CN"/>
                <a:ea typeface="Source Han Sans CN"/>
                <a:cs typeface="Source Han Sans CN"/>
              </a:defRPr>
            </a:pPr>
            <a:r>
              <a:rPr sz="990" b="0">
                <a:solidFill>
                  <a:srgbClr val="111111"/>
                </a:solidFill>
                <a:latin typeface="Source Han Sans CN"/>
                <a:ea typeface="Source Han Sans CN"/>
                <a:cs typeface="Source Han Sans CN"/>
              </a:rPr>
              <a:t>网格划分和材料赋值</a:t>
            </a:r>
          </a:p>
          <a:p xmlns:a="http://schemas.openxmlformats.org/drawingml/2006/main">
            <a:pPr algn="l">
              <a:lnSpc>
                <a:spcPct val="140000"/>
              </a:lnSpc>
              <a:buNone/>
              <a:defRPr sz="990" b="0">
                <a:solidFill>
                  <a:srgbClr val="111111"/>
                </a:solidFill>
                <a:latin typeface="Source Han Sans CN"/>
                <a:ea typeface="Source Han Sans CN"/>
                <a:cs typeface="Source Han Sans CN"/>
              </a:defRPr>
            </a:pPr>
            <a:r>
              <a:rPr sz="990" b="0">
                <a:solidFill>
                  <a:srgbClr val="111111"/>
                </a:solidFill>
                <a:latin typeface="Source Han Sans CN"/>
                <a:ea typeface="Source Han Sans CN"/>
                <a:cs typeface="Source Han Sans CN"/>
              </a:rPr>
              <a:t>韧带与界面建模</a:t>
            </a:r>
          </a:p>
          <a:p xmlns:a="http://schemas.openxmlformats.org/drawingml/2006/main">
            <a:pPr algn="l">
              <a:lnSpc>
                <a:spcPct val="140000"/>
              </a:lnSpc>
              <a:buNone/>
              <a:defRPr sz="990" b="0">
                <a:solidFill>
                  <a:srgbClr val="111111"/>
                </a:solidFill>
                <a:latin typeface="Source Han Sans CN"/>
                <a:ea typeface="Source Han Sans CN"/>
                <a:cs typeface="Source Han Sans CN"/>
              </a:defRPr>
            </a:pPr>
            <a:r>
              <a:rPr sz="990" b="0">
                <a:solidFill>
                  <a:srgbClr val="111111"/>
                </a:solidFill>
                <a:latin typeface="Source Han Sans CN"/>
                <a:ea typeface="Source Han Sans CN"/>
                <a:cs typeface="Source Han Sans CN"/>
              </a:rPr>
              <a:t>有效性验证（与实验对比）</a:t>
            </a:r>
          </a:p>
        </p:txBody>
      </p:sp>
      <p:sp>
        <p:nvSpPr>
          <p:cNvPr id="162" name="p31_summary">
            <a:extLst xmlns:a="http://schemas.openxmlformats.org/drawingml/2006/main">
              <a:ext uri="{FF2B5EF4-FFF2-40B4-BE49-F238E27FC236}">
                <a16:creationId xmlns:a16="http://schemas.microsoft.com/office/drawing/2014/main" id="{378948E6-B9C3-4EFF-BD98-AD6E50B98B41}"/>
              </a:ext>
            </a:extLst>
          </p:cNvPr>
          <p:cNvSpPr>
            <a:spLocks xmlns:a="http://schemas.openxmlformats.org/drawingml/2006/main" noGrp="1"/>
          </p:cNvSpPr>
          <p:nvPr/>
        </p:nvSpPr>
        <p:spPr>
          <a:xfrm xmlns:a="http://schemas.openxmlformats.org/drawingml/2006/main">
            <a:off x="1495425" y="9725025"/>
            <a:ext cx="1476375" cy="1066800"/>
          </a:xfrm>
          <a:prstGeom xmlns:a="http://schemas.openxmlformats.org/drawingml/2006/main" prst="roundRect">
            <a:avLst>
              <a:gd name="adj" fmla="val 8036"/>
            </a:avLst>
          </a:prstGeom>
          <a:solidFill xmlns:a="http://schemas.openxmlformats.org/drawingml/2006/main">
            <a:srgbClr val="FBE7E9"/>
          </a:solidFill>
          <a:ln xmlns:a="http://schemas.openxmlformats.org/drawingml/2006/main" w="11906">
            <a:solidFill>
              <a:srgbClr val="171717"/>
            </a:solidFill>
            <a:prstDash val="solid"/>
          </a:ln>
        </p:spPr>
        <p:txBody>
          <a:bodyPr xmlns:a="http://schemas.openxmlformats.org/drawingml/2006/main" wrap="square" lIns="9525" tIns="14288" rIns="9525" bIns="14288" anchor="ctr">
            <a:noAutofit/>
          </a:bodyPr>
          <a:lstStyle xmlns:a="http://schemas.openxmlformats.org/drawingml/2006/main"/>
          <a:p xmlns:a="http://schemas.openxmlformats.org/drawingml/2006/main">
            <a:pPr algn="ctr">
              <a:lnSpc>
                <a:spcPct val="130000"/>
              </a:lnSpc>
              <a:buNone/>
              <a:defRPr sz="930" b="0">
                <a:solidFill>
                  <a:srgbClr val="111111"/>
                </a:solidFill>
                <a:latin typeface="Source Han Sans CN"/>
                <a:ea typeface="Source Han Sans CN"/>
                <a:cs typeface="Source Han Sans CN"/>
              </a:defRPr>
            </a:pPr>
            <a:r>
              <a:rPr sz="930" b="0">
                <a:solidFill>
                  <a:srgbClr val="111111"/>
                </a:solidFill>
                <a:latin typeface="Source Han Sans CN"/>
                <a:ea typeface="Source Han Sans CN"/>
                <a:cs typeface="Source Han Sans CN"/>
              </a:rPr>
              <a:t>模型综合分析：</a:t>
            </a:r>
          </a:p>
          <a:p xmlns:a="http://schemas.openxmlformats.org/drawingml/2006/main">
            <a:pPr algn="ctr">
              <a:lnSpc>
                <a:spcPct val="130000"/>
              </a:lnSpc>
              <a:buNone/>
              <a:defRPr sz="930" b="0">
                <a:solidFill>
                  <a:srgbClr val="111111"/>
                </a:solidFill>
                <a:latin typeface="Source Han Sans CN"/>
                <a:ea typeface="Source Han Sans CN"/>
                <a:cs typeface="Source Han Sans CN"/>
              </a:defRPr>
            </a:pPr>
            <a:r>
              <a:rPr sz="930" b="0">
                <a:solidFill>
                  <a:srgbClr val="111111"/>
                </a:solidFill>
                <a:latin typeface="Source Han Sans CN"/>
                <a:ea typeface="Source Han Sans CN"/>
                <a:cs typeface="Source Han Sans CN"/>
              </a:rPr>
              <a:t>测量方法的可视化应用；</a:t>
            </a:r>
          </a:p>
          <a:p xmlns:a="http://schemas.openxmlformats.org/drawingml/2006/main">
            <a:pPr algn="ctr">
              <a:lnSpc>
                <a:spcPct val="130000"/>
              </a:lnSpc>
              <a:buNone/>
              <a:defRPr sz="930" b="0">
                <a:solidFill>
                  <a:srgbClr val="111111"/>
                </a:solidFill>
                <a:latin typeface="Source Han Sans CN"/>
                <a:ea typeface="Source Han Sans CN"/>
                <a:cs typeface="Source Han Sans CN"/>
              </a:defRPr>
            </a:pPr>
            <a:r>
              <a:rPr sz="930" b="0">
                <a:solidFill>
                  <a:srgbClr val="111111"/>
                </a:solidFill>
                <a:latin typeface="Source Han Sans CN"/>
                <a:ea typeface="Source Han Sans CN"/>
                <a:cs typeface="Source Han Sans CN"/>
              </a:rPr>
              <a:t>发展为后续仿真平台</a:t>
            </a:r>
          </a:p>
        </p:txBody>
      </p:sp>
      <p:sp>
        <p:nvSpPr>
          <p:cNvPr id="163" name="p31_index">
            <a:extLst xmlns:a="http://schemas.openxmlformats.org/drawingml/2006/main">
              <a:ext uri="{FF2B5EF4-FFF2-40B4-BE49-F238E27FC236}">
                <a16:creationId xmlns:a16="http://schemas.microsoft.com/office/drawing/2014/main" id="{61E64FBD-A489-4A64-9F25-FB3C5E780DF4}"/>
              </a:ext>
            </a:extLst>
          </p:cNvPr>
          <p:cNvSpPr>
            <a:spLocks xmlns:a="http://schemas.openxmlformats.org/drawingml/2006/main" noGrp="1"/>
          </p:cNvSpPr>
          <p:nvPr/>
        </p:nvSpPr>
        <p:spPr>
          <a:xfrm xmlns:a="http://schemas.openxmlformats.org/drawingml/2006/main">
            <a:off x="2752725" y="10820400"/>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r">
              <a:lnSpc>
                <a:spcPct val="90000"/>
              </a:lnSpc>
              <a:buNone/>
              <a:defRPr sz="1350" b="1">
                <a:solidFill>
                  <a:srgbClr val="F05A21"/>
                </a:solidFill>
                <a:latin typeface="Source Han Sans CN"/>
                <a:ea typeface="Source Han Sans CN"/>
                <a:cs typeface="Source Han Sans CN"/>
              </a:defRPr>
            </a:pPr>
            <a:r>
              <a:rPr sz="1350" b="1">
                <a:solidFill>
                  <a:srgbClr val="F05A21"/>
                </a:solidFill>
                <a:latin typeface="Source Han Sans CN"/>
                <a:ea typeface="Source Han Sans CN"/>
                <a:cs typeface="Source Han Sans CN"/>
              </a:rPr>
              <a:t>3.1</a:t>
            </a:r>
          </a:p>
        </p:txBody>
      </p:sp>
      <p:sp>
        <p:nvSpPr>
          <p:cNvPr id="164" name="p32_title">
            <a:extLst xmlns:a="http://schemas.openxmlformats.org/drawingml/2006/main">
              <a:ext uri="{FF2B5EF4-FFF2-40B4-BE49-F238E27FC236}">
                <a16:creationId xmlns:a16="http://schemas.microsoft.com/office/drawing/2014/main" id="{E3A48DA1-51A4-4646-9FB9-671512D10653}"/>
              </a:ext>
            </a:extLst>
          </p:cNvPr>
          <p:cNvSpPr>
            <a:spLocks xmlns:a="http://schemas.openxmlformats.org/drawingml/2006/main" noGrp="1"/>
          </p:cNvSpPr>
          <p:nvPr/>
        </p:nvSpPr>
        <p:spPr>
          <a:xfrm xmlns:a="http://schemas.openxmlformats.org/drawingml/2006/main">
            <a:off x="3295650" y="7800975"/>
            <a:ext cx="1981200" cy="390525"/>
          </a:xfrm>
          <a:prstGeom xmlns:a="http://schemas.openxmlformats.org/drawingml/2006/main" prst="rect">
            <a:avLst/>
          </a:prstGeom>
          <a:solidFill xmlns:a="http://schemas.openxmlformats.org/drawingml/2006/main">
            <a:srgbClr val="FCEBEC"/>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35" b="1">
                <a:solidFill>
                  <a:srgbClr val="111111"/>
                </a:solidFill>
                <a:latin typeface="Source Han Sans CN"/>
                <a:ea typeface="Source Han Sans CN"/>
                <a:cs typeface="Source Han Sans CN"/>
              </a:defRPr>
            </a:pPr>
            <a:r>
              <a:rPr sz="1335" b="1">
                <a:solidFill>
                  <a:srgbClr val="111111"/>
                </a:solidFill>
                <a:latin typeface="Source Han Sans CN"/>
                <a:ea typeface="Source Han Sans CN"/>
                <a:cs typeface="Source Han Sans CN"/>
              </a:rPr>
              <a:t>单皮质固定（仿真）</a:t>
            </a:r>
          </a:p>
        </p:txBody>
      </p:sp>
      <p:sp>
        <p:nvSpPr>
          <p:cNvPr id="165" name="p32_position">
            <a:extLst xmlns:a="http://schemas.openxmlformats.org/drawingml/2006/main">
              <a:ext uri="{FF2B5EF4-FFF2-40B4-BE49-F238E27FC236}">
                <a16:creationId xmlns:a16="http://schemas.microsoft.com/office/drawing/2014/main" id="{4C7B2B43-AA3D-4F2D-9D2E-92605A62C2DC}"/>
              </a:ext>
            </a:extLst>
          </p:cNvPr>
          <p:cNvSpPr>
            <a:spLocks xmlns:a="http://schemas.openxmlformats.org/drawingml/2006/main" noGrp="1"/>
          </p:cNvSpPr>
          <p:nvPr/>
        </p:nvSpPr>
        <p:spPr>
          <a:xfrm xmlns:a="http://schemas.openxmlformats.org/drawingml/2006/main">
            <a:off x="3400425" y="8267700"/>
            <a:ext cx="685800" cy="276225"/>
          </a:xfrm>
          <a:prstGeom xmlns:a="http://schemas.openxmlformats.org/drawingml/2006/main" prst="roundRect">
            <a:avLst>
              <a:gd name="adj" fmla="val 20690"/>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95" b="0">
                <a:solidFill>
                  <a:srgbClr val="111111"/>
                </a:solidFill>
                <a:latin typeface="Source Han Sans CN"/>
                <a:ea typeface="Source Han Sans CN"/>
                <a:cs typeface="Source Han Sans CN"/>
              </a:defRPr>
            </a:pPr>
            <a:r>
              <a:rPr sz="1095" b="0">
                <a:solidFill>
                  <a:srgbClr val="111111"/>
                </a:solidFill>
                <a:latin typeface="Source Han Sans CN"/>
                <a:ea typeface="Source Han Sans CN"/>
                <a:cs typeface="Source Han Sans CN"/>
              </a:rPr>
              <a:t>进钉位置</a:t>
            </a:r>
          </a:p>
        </p:txBody>
      </p:sp>
      <p:sp>
        <p:nvSpPr>
          <p:cNvPr id="166" name="p32_angle">
            <a:extLst xmlns:a="http://schemas.openxmlformats.org/drawingml/2006/main">
              <a:ext uri="{FF2B5EF4-FFF2-40B4-BE49-F238E27FC236}">
                <a16:creationId xmlns:a16="http://schemas.microsoft.com/office/drawing/2014/main" id="{445E07A3-42B1-490A-BD47-2B6C9402152A}"/>
              </a:ext>
            </a:extLst>
          </p:cNvPr>
          <p:cNvSpPr>
            <a:spLocks xmlns:a="http://schemas.openxmlformats.org/drawingml/2006/main" noGrp="1"/>
          </p:cNvSpPr>
          <p:nvPr/>
        </p:nvSpPr>
        <p:spPr>
          <a:xfrm xmlns:a="http://schemas.openxmlformats.org/drawingml/2006/main">
            <a:off x="4276725" y="8267700"/>
            <a:ext cx="828675" cy="276225"/>
          </a:xfrm>
          <a:prstGeom xmlns:a="http://schemas.openxmlformats.org/drawingml/2006/main" prst="roundRect">
            <a:avLst>
              <a:gd name="adj" fmla="val 20690"/>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95" b="0">
                <a:solidFill>
                  <a:srgbClr val="111111"/>
                </a:solidFill>
                <a:latin typeface="Source Han Sans CN"/>
                <a:ea typeface="Source Han Sans CN"/>
                <a:cs typeface="Source Han Sans CN"/>
              </a:defRPr>
            </a:pPr>
            <a:r>
              <a:rPr sz="1095" b="0">
                <a:solidFill>
                  <a:srgbClr val="111111"/>
                </a:solidFill>
                <a:latin typeface="Source Han Sans CN"/>
                <a:ea typeface="Source Han Sans CN"/>
                <a:cs typeface="Source Han Sans CN"/>
              </a:rPr>
              <a:t>角度变化</a:t>
            </a:r>
          </a:p>
        </p:txBody>
      </p:sp>
      <p:sp>
        <p:nvSpPr>
          <p:cNvPr id="167" name="p32_single">
            <a:extLst xmlns:a="http://schemas.openxmlformats.org/drawingml/2006/main">
              <a:ext uri="{FF2B5EF4-FFF2-40B4-BE49-F238E27FC236}">
                <a16:creationId xmlns:a16="http://schemas.microsoft.com/office/drawing/2014/main" id="{B48DD046-4E7C-42D1-8279-A02D0E0B3F9F}"/>
              </a:ext>
            </a:extLst>
          </p:cNvPr>
          <p:cNvSpPr>
            <a:spLocks xmlns:a="http://schemas.openxmlformats.org/drawingml/2006/main" noGrp="1"/>
          </p:cNvSpPr>
          <p:nvPr/>
        </p:nvSpPr>
        <p:spPr>
          <a:xfrm xmlns:a="http://schemas.openxmlformats.org/drawingml/2006/main">
            <a:off x="3810000" y="8658225"/>
            <a:ext cx="914400" cy="266700"/>
          </a:xfrm>
          <a:prstGeom xmlns:a="http://schemas.openxmlformats.org/drawingml/2006/main" prst="roundRect">
            <a:avLst>
              <a:gd name="adj" fmla="val 21429"/>
            </a:avLst>
          </a:prstGeom>
          <a:solidFill xmlns:a="http://schemas.openxmlformats.org/drawingml/2006/main">
            <a:srgbClr val="FBE7E9"/>
          </a:solidFill>
          <a:ln xmlns:a="http://schemas.openxmlformats.org/drawingml/2006/main" w="8096">
            <a:solidFill>
              <a:srgbClr val="E9A9B0"/>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00" b="0">
                <a:solidFill>
                  <a:srgbClr val="111111"/>
                </a:solidFill>
                <a:latin typeface="Source Han Sans CN"/>
                <a:ea typeface="Source Han Sans CN"/>
                <a:cs typeface="Source Han Sans CN"/>
              </a:defRPr>
            </a:pPr>
            <a:r>
              <a:rPr sz="1200" b="0">
                <a:solidFill>
                  <a:srgbClr val="111111"/>
                </a:solidFill>
                <a:latin typeface="Source Han Sans CN"/>
                <a:ea typeface="Source Han Sans CN"/>
                <a:cs typeface="Source Han Sans CN"/>
              </a:rPr>
              <a:t>单皮质</a:t>
            </a:r>
          </a:p>
        </p:txBody>
      </p:sp>
      <p:sp>
        <p:nvSpPr>
          <p:cNvPr id="168" name="p32_len">
            <a:extLst xmlns:a="http://schemas.openxmlformats.org/drawingml/2006/main">
              <a:ext uri="{FF2B5EF4-FFF2-40B4-BE49-F238E27FC236}">
                <a16:creationId xmlns:a16="http://schemas.microsoft.com/office/drawing/2014/main" id="{1FBDE91A-6266-47D1-8F17-CDFD70876B64}"/>
              </a:ext>
            </a:extLst>
          </p:cNvPr>
          <p:cNvSpPr>
            <a:spLocks xmlns:a="http://schemas.openxmlformats.org/drawingml/2006/main" noGrp="1"/>
          </p:cNvSpPr>
          <p:nvPr/>
        </p:nvSpPr>
        <p:spPr>
          <a:xfrm xmlns:a="http://schemas.openxmlformats.org/drawingml/2006/main">
            <a:off x="3333750" y="9020175"/>
            <a:ext cx="600075" cy="295275"/>
          </a:xfrm>
          <a:prstGeom xmlns:a="http://schemas.openxmlformats.org/drawingml/2006/main" prst="roundRect">
            <a:avLst>
              <a:gd name="adj" fmla="val 19355"/>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4763" tIns="14288" rIns="4763" bIns="14288" anchor="ctr">
            <a:noAutofit/>
          </a:bodyPr>
          <a:lstStyle xmlns:a="http://schemas.openxmlformats.org/drawingml/2006/main"/>
          <a:p xmlns:a="http://schemas.openxmlformats.org/drawingml/2006/main">
            <a:pPr algn="ctr">
              <a:lnSpc>
                <a:spcPct val="96000"/>
              </a:lnSpc>
              <a:buNone/>
              <a:defRPr sz="848" b="0">
                <a:solidFill>
                  <a:srgbClr val="111111"/>
                </a:solidFill>
                <a:latin typeface="Source Han Sans CN"/>
                <a:ea typeface="Source Han Sans CN"/>
                <a:cs typeface="Source Han Sans CN"/>
              </a:defRPr>
            </a:pPr>
            <a:r>
              <a:rPr sz="848" b="0">
                <a:solidFill>
                  <a:srgbClr val="111111"/>
                </a:solidFill>
                <a:latin typeface="Source Han Sans CN"/>
                <a:ea typeface="Source Han Sans CN"/>
                <a:cs typeface="Source Han Sans CN"/>
              </a:rPr>
              <a:t>不同钉长</a:t>
            </a:r>
          </a:p>
        </p:txBody>
      </p:sp>
      <p:sp>
        <p:nvSpPr>
          <p:cNvPr id="169" name="p32_diam">
            <a:extLst xmlns:a="http://schemas.openxmlformats.org/drawingml/2006/main">
              <a:ext uri="{FF2B5EF4-FFF2-40B4-BE49-F238E27FC236}">
                <a16:creationId xmlns:a16="http://schemas.microsoft.com/office/drawing/2014/main" id="{60876EC7-6701-433F-9A5D-1CA9B43BAC8C}"/>
              </a:ext>
            </a:extLst>
          </p:cNvPr>
          <p:cNvSpPr>
            <a:spLocks xmlns:a="http://schemas.openxmlformats.org/drawingml/2006/main" noGrp="1"/>
          </p:cNvSpPr>
          <p:nvPr/>
        </p:nvSpPr>
        <p:spPr>
          <a:xfrm xmlns:a="http://schemas.openxmlformats.org/drawingml/2006/main">
            <a:off x="3952875" y="9020175"/>
            <a:ext cx="600075" cy="295275"/>
          </a:xfrm>
          <a:prstGeom xmlns:a="http://schemas.openxmlformats.org/drawingml/2006/main" prst="roundRect">
            <a:avLst>
              <a:gd name="adj" fmla="val 19355"/>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4763" tIns="14288" rIns="4763" bIns="14288" anchor="ctr">
            <a:noAutofit/>
          </a:bodyPr>
          <a:lstStyle xmlns:a="http://schemas.openxmlformats.org/drawingml/2006/main"/>
          <a:p xmlns:a="http://schemas.openxmlformats.org/drawingml/2006/main">
            <a:pPr algn="ctr">
              <a:lnSpc>
                <a:spcPct val="96000"/>
              </a:lnSpc>
              <a:buNone/>
              <a:defRPr sz="848" b="0">
                <a:solidFill>
                  <a:srgbClr val="111111"/>
                </a:solidFill>
                <a:latin typeface="Source Han Sans CN"/>
                <a:ea typeface="Source Han Sans CN"/>
                <a:cs typeface="Source Han Sans CN"/>
              </a:defRPr>
            </a:pPr>
            <a:r>
              <a:rPr sz="848" b="0">
                <a:solidFill>
                  <a:srgbClr val="111111"/>
                </a:solidFill>
                <a:latin typeface="Source Han Sans CN"/>
                <a:ea typeface="Source Han Sans CN"/>
                <a:cs typeface="Source Han Sans CN"/>
              </a:rPr>
              <a:t>不同钉径</a:t>
            </a:r>
          </a:p>
        </p:txBody>
      </p:sp>
      <p:sp>
        <p:nvSpPr>
          <p:cNvPr id="170" name="p32_depth">
            <a:extLst xmlns:a="http://schemas.openxmlformats.org/drawingml/2006/main">
              <a:ext uri="{FF2B5EF4-FFF2-40B4-BE49-F238E27FC236}">
                <a16:creationId xmlns:a16="http://schemas.microsoft.com/office/drawing/2014/main" id="{CE35C1DB-8777-456B-A434-5453E41A4DD3}"/>
              </a:ext>
            </a:extLst>
          </p:cNvPr>
          <p:cNvSpPr>
            <a:spLocks xmlns:a="http://schemas.openxmlformats.org/drawingml/2006/main" noGrp="1"/>
          </p:cNvSpPr>
          <p:nvPr/>
        </p:nvSpPr>
        <p:spPr>
          <a:xfrm xmlns:a="http://schemas.openxmlformats.org/drawingml/2006/main">
            <a:off x="4572000" y="9020175"/>
            <a:ext cx="666750" cy="295275"/>
          </a:xfrm>
          <a:prstGeom xmlns:a="http://schemas.openxmlformats.org/drawingml/2006/main" prst="roundRect">
            <a:avLst>
              <a:gd name="adj" fmla="val 19355"/>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2858" tIns="14288" rIns="2858" bIns="14288" anchor="ctr">
            <a:noAutofit/>
          </a:bodyPr>
          <a:lstStyle xmlns:a="http://schemas.openxmlformats.org/drawingml/2006/main"/>
          <a:p xmlns:a="http://schemas.openxmlformats.org/drawingml/2006/main">
            <a:pPr algn="ctr">
              <a:lnSpc>
                <a:spcPct val="96000"/>
              </a:lnSpc>
              <a:buNone/>
              <a:defRPr sz="757" b="0">
                <a:solidFill>
                  <a:srgbClr val="111111"/>
                </a:solidFill>
                <a:latin typeface="Source Han Sans CN"/>
                <a:ea typeface="Source Han Sans CN"/>
                <a:cs typeface="Source Han Sans CN"/>
              </a:defRPr>
            </a:pPr>
            <a:r>
              <a:rPr sz="757" b="0">
                <a:solidFill>
                  <a:srgbClr val="111111"/>
                </a:solidFill>
                <a:latin typeface="Source Han Sans CN"/>
                <a:ea typeface="Source Han Sans CN"/>
                <a:cs typeface="Source Han Sans CN"/>
              </a:rPr>
              <a:t>不同进钉深度</a:t>
            </a:r>
          </a:p>
        </p:txBody>
      </p:sp>
      <p:sp>
        <p:nvSpPr>
          <p:cNvPr id="171" name="p32_loading">
            <a:extLst xmlns:a="http://schemas.openxmlformats.org/drawingml/2006/main">
              <a:ext uri="{FF2B5EF4-FFF2-40B4-BE49-F238E27FC236}">
                <a16:creationId xmlns:a16="http://schemas.microsoft.com/office/drawing/2014/main" id="{74C45BDB-41F3-40B8-9B07-B8C6FAC8DC5D}"/>
              </a:ext>
            </a:extLst>
          </p:cNvPr>
          <p:cNvSpPr>
            <a:spLocks xmlns:a="http://schemas.openxmlformats.org/drawingml/2006/main" noGrp="1"/>
          </p:cNvSpPr>
          <p:nvPr/>
        </p:nvSpPr>
        <p:spPr>
          <a:xfrm xmlns:a="http://schemas.openxmlformats.org/drawingml/2006/main">
            <a:off x="3124200" y="93916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4288" rIns="0" bIns="14288" anchor="ctr">
            <a:noAutofit/>
          </a:bodyPr>
          <a:lstStyle xmlns:a="http://schemas.openxmlformats.org/drawingml/2006/main"/>
          <a:p xmlns:a="http://schemas.openxmlformats.org/drawingml/2006/main">
            <a:pPr algn="ctr">
              <a:lnSpc>
                <a:spcPct val="92000"/>
              </a:lnSpc>
              <a:buNone/>
              <a:defRPr sz="810" b="1">
                <a:solidFill>
                  <a:srgbClr val="111111"/>
                </a:solidFill>
                <a:latin typeface="Source Han Sans CN"/>
                <a:ea typeface="Source Han Sans CN"/>
                <a:cs typeface="Source Han Sans CN"/>
              </a:defRPr>
            </a:pPr>
            <a:r>
              <a:rPr sz="810" b="1">
                <a:solidFill>
                  <a:srgbClr val="111111"/>
                </a:solidFill>
                <a:latin typeface="Source Han Sans CN"/>
                <a:ea typeface="Source Han Sans CN"/>
                <a:cs typeface="Source Han Sans CN"/>
              </a:rPr>
              <a:t>活加载</a:t>
            </a:r>
          </a:p>
        </p:txBody>
      </p:sp>
      <p:sp>
        <p:nvSpPr>
          <p:cNvPr id="172" name="p32_load_axial">
            <a:extLst xmlns:a="http://schemas.openxmlformats.org/drawingml/2006/main">
              <a:ext uri="{FF2B5EF4-FFF2-40B4-BE49-F238E27FC236}">
                <a16:creationId xmlns:a16="http://schemas.microsoft.com/office/drawing/2014/main" id="{B1B16474-D4D7-4AC6-84E1-7A6B1E53DA3F}"/>
              </a:ext>
            </a:extLst>
          </p:cNvPr>
          <p:cNvSpPr>
            <a:spLocks xmlns:a="http://schemas.openxmlformats.org/drawingml/2006/main" noGrp="1"/>
          </p:cNvSpPr>
          <p:nvPr/>
        </p:nvSpPr>
        <p:spPr>
          <a:xfrm xmlns:a="http://schemas.openxmlformats.org/drawingml/2006/main">
            <a:off x="3371850" y="9544050"/>
            <a:ext cx="409575" cy="323850"/>
          </a:xfrm>
          <a:prstGeom xmlns:a="http://schemas.openxmlformats.org/drawingml/2006/main" prst="roundRect">
            <a:avLst>
              <a:gd name="adj" fmla="val 17647"/>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 tIns="14288" rIns="1905" bIns="14288" anchor="ctr">
            <a:noAutofit/>
          </a:bodyPr>
          <a:lstStyle xmlns:a="http://schemas.openxmlformats.org/drawingml/2006/main"/>
          <a:p xmlns:a="http://schemas.openxmlformats.org/drawingml/2006/main">
            <a:pPr algn="ctr">
              <a:lnSpc>
                <a:spcPct val="96000"/>
              </a:lnSpc>
              <a:buNone/>
              <a:defRPr sz="713" b="0">
                <a:solidFill>
                  <a:srgbClr val="111111"/>
                </a:solidFill>
                <a:latin typeface="Source Han Sans CN"/>
                <a:ea typeface="Source Han Sans CN"/>
                <a:cs typeface="Source Han Sans CN"/>
              </a:defRPr>
            </a:pPr>
            <a:r>
              <a:rPr sz="713" b="0">
                <a:solidFill>
                  <a:srgbClr val="111111"/>
                </a:solidFill>
                <a:latin typeface="Source Han Sans CN"/>
                <a:ea typeface="Source Han Sans CN"/>
                <a:cs typeface="Source Han Sans CN"/>
              </a:rPr>
              <a:t>轴向压缩</a:t>
            </a:r>
          </a:p>
        </p:txBody>
      </p:sp>
      <p:sp>
        <p:nvSpPr>
          <p:cNvPr id="173" name="p32_load_flex">
            <a:extLst xmlns:a="http://schemas.openxmlformats.org/drawingml/2006/main">
              <a:ext uri="{FF2B5EF4-FFF2-40B4-BE49-F238E27FC236}">
                <a16:creationId xmlns:a16="http://schemas.microsoft.com/office/drawing/2014/main" id="{3F4601C9-8FF2-4D88-8991-D57B75886FF7}"/>
              </a:ext>
            </a:extLst>
          </p:cNvPr>
          <p:cNvSpPr>
            <a:spLocks xmlns:a="http://schemas.openxmlformats.org/drawingml/2006/main" noGrp="1"/>
          </p:cNvSpPr>
          <p:nvPr/>
        </p:nvSpPr>
        <p:spPr>
          <a:xfrm xmlns:a="http://schemas.openxmlformats.org/drawingml/2006/main">
            <a:off x="3800475" y="9544050"/>
            <a:ext cx="323850" cy="323850"/>
          </a:xfrm>
          <a:prstGeom xmlns:a="http://schemas.openxmlformats.org/drawingml/2006/main" prst="roundRect">
            <a:avLst>
              <a:gd name="adj" fmla="val 17647"/>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 tIns="14288" rIns="1905" bIns="14288" anchor="ctr">
            <a:noAutofit/>
          </a:bodyPr>
          <a:lstStyle xmlns:a="http://schemas.openxmlformats.org/drawingml/2006/main"/>
          <a:p xmlns:a="http://schemas.openxmlformats.org/drawingml/2006/main">
            <a:pPr algn="ctr">
              <a:lnSpc>
                <a:spcPct val="96000"/>
              </a:lnSpc>
              <a:buNone/>
              <a:defRPr sz="832" b="0">
                <a:solidFill>
                  <a:srgbClr val="111111"/>
                </a:solidFill>
                <a:latin typeface="Source Han Sans CN"/>
                <a:ea typeface="Source Han Sans CN"/>
                <a:cs typeface="Source Han Sans CN"/>
              </a:defRPr>
            </a:pPr>
            <a:r>
              <a:rPr sz="832" b="0">
                <a:solidFill>
                  <a:srgbClr val="111111"/>
                </a:solidFill>
                <a:latin typeface="Source Han Sans CN"/>
                <a:ea typeface="Source Han Sans CN"/>
                <a:cs typeface="Source Han Sans CN"/>
              </a:rPr>
              <a:t>前屈</a:t>
            </a:r>
          </a:p>
        </p:txBody>
      </p:sp>
      <p:sp>
        <p:nvSpPr>
          <p:cNvPr id="174" name="p32_load_ext">
            <a:extLst xmlns:a="http://schemas.openxmlformats.org/drawingml/2006/main">
              <a:ext uri="{FF2B5EF4-FFF2-40B4-BE49-F238E27FC236}">
                <a16:creationId xmlns:a16="http://schemas.microsoft.com/office/drawing/2014/main" id="{D3A4B8F4-1B21-4B40-82E5-0E3F7878ECDA}"/>
              </a:ext>
            </a:extLst>
          </p:cNvPr>
          <p:cNvSpPr>
            <a:spLocks xmlns:a="http://schemas.openxmlformats.org/drawingml/2006/main" noGrp="1"/>
          </p:cNvSpPr>
          <p:nvPr/>
        </p:nvSpPr>
        <p:spPr>
          <a:xfrm xmlns:a="http://schemas.openxmlformats.org/drawingml/2006/main">
            <a:off x="4143375" y="9544050"/>
            <a:ext cx="323850" cy="323850"/>
          </a:xfrm>
          <a:prstGeom xmlns:a="http://schemas.openxmlformats.org/drawingml/2006/main" prst="roundRect">
            <a:avLst>
              <a:gd name="adj" fmla="val 17647"/>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 tIns="14288" rIns="1905" bIns="14288" anchor="ctr">
            <a:noAutofit/>
          </a:bodyPr>
          <a:lstStyle xmlns:a="http://schemas.openxmlformats.org/drawingml/2006/main"/>
          <a:p xmlns:a="http://schemas.openxmlformats.org/drawingml/2006/main">
            <a:pPr algn="ctr">
              <a:lnSpc>
                <a:spcPct val="96000"/>
              </a:lnSpc>
              <a:buNone/>
              <a:defRPr sz="832" b="0">
                <a:solidFill>
                  <a:srgbClr val="111111"/>
                </a:solidFill>
                <a:latin typeface="Source Han Sans CN"/>
                <a:ea typeface="Source Han Sans CN"/>
                <a:cs typeface="Source Han Sans CN"/>
              </a:defRPr>
            </a:pPr>
            <a:r>
              <a:rPr sz="832" b="0">
                <a:solidFill>
                  <a:srgbClr val="111111"/>
                </a:solidFill>
                <a:latin typeface="Source Han Sans CN"/>
                <a:ea typeface="Source Han Sans CN"/>
                <a:cs typeface="Source Han Sans CN"/>
              </a:rPr>
              <a:t>后伸</a:t>
            </a:r>
          </a:p>
        </p:txBody>
      </p:sp>
      <p:sp>
        <p:nvSpPr>
          <p:cNvPr id="175" name="p32_load_lat">
            <a:extLst xmlns:a="http://schemas.openxmlformats.org/drawingml/2006/main">
              <a:ext uri="{FF2B5EF4-FFF2-40B4-BE49-F238E27FC236}">
                <a16:creationId xmlns:a16="http://schemas.microsoft.com/office/drawing/2014/main" id="{A7CB56B7-FCDF-4E0B-924B-0C4C9E47A45D}"/>
              </a:ext>
            </a:extLst>
          </p:cNvPr>
          <p:cNvSpPr>
            <a:spLocks xmlns:a="http://schemas.openxmlformats.org/drawingml/2006/main" noGrp="1"/>
          </p:cNvSpPr>
          <p:nvPr/>
        </p:nvSpPr>
        <p:spPr>
          <a:xfrm xmlns:a="http://schemas.openxmlformats.org/drawingml/2006/main">
            <a:off x="4486275" y="9544050"/>
            <a:ext cx="323850" cy="323850"/>
          </a:xfrm>
          <a:prstGeom xmlns:a="http://schemas.openxmlformats.org/drawingml/2006/main" prst="roundRect">
            <a:avLst>
              <a:gd name="adj" fmla="val 17647"/>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 tIns="14288" rIns="1905" bIns="14288" anchor="ctr">
            <a:noAutofit/>
          </a:bodyPr>
          <a:lstStyle xmlns:a="http://schemas.openxmlformats.org/drawingml/2006/main"/>
          <a:p xmlns:a="http://schemas.openxmlformats.org/drawingml/2006/main">
            <a:pPr algn="ctr">
              <a:lnSpc>
                <a:spcPct val="96000"/>
              </a:lnSpc>
              <a:buNone/>
              <a:defRPr sz="832" b="0">
                <a:solidFill>
                  <a:srgbClr val="111111"/>
                </a:solidFill>
                <a:latin typeface="Source Han Sans CN"/>
                <a:ea typeface="Source Han Sans CN"/>
                <a:cs typeface="Source Han Sans CN"/>
              </a:defRPr>
            </a:pPr>
            <a:r>
              <a:rPr sz="832" b="0">
                <a:solidFill>
                  <a:srgbClr val="111111"/>
                </a:solidFill>
                <a:latin typeface="Source Han Sans CN"/>
                <a:ea typeface="Source Han Sans CN"/>
                <a:cs typeface="Source Han Sans CN"/>
              </a:rPr>
              <a:t>侧弯</a:t>
            </a:r>
          </a:p>
        </p:txBody>
      </p:sp>
      <p:sp>
        <p:nvSpPr>
          <p:cNvPr id="176" name="p32_load_rot">
            <a:extLst xmlns:a="http://schemas.openxmlformats.org/drawingml/2006/main">
              <a:ext uri="{FF2B5EF4-FFF2-40B4-BE49-F238E27FC236}">
                <a16:creationId xmlns:a16="http://schemas.microsoft.com/office/drawing/2014/main" id="{F521B643-7CB8-424C-A412-23307A285FB1}"/>
              </a:ext>
            </a:extLst>
          </p:cNvPr>
          <p:cNvSpPr>
            <a:spLocks xmlns:a="http://schemas.openxmlformats.org/drawingml/2006/main" noGrp="1"/>
          </p:cNvSpPr>
          <p:nvPr/>
        </p:nvSpPr>
        <p:spPr>
          <a:xfrm xmlns:a="http://schemas.openxmlformats.org/drawingml/2006/main">
            <a:off x="4829175" y="9544050"/>
            <a:ext cx="409575" cy="323850"/>
          </a:xfrm>
          <a:prstGeom xmlns:a="http://schemas.openxmlformats.org/drawingml/2006/main" prst="roundRect">
            <a:avLst>
              <a:gd name="adj" fmla="val 17647"/>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 tIns="14288" rIns="1905" bIns="14288" anchor="ctr">
            <a:noAutofit/>
          </a:bodyPr>
          <a:lstStyle xmlns:a="http://schemas.openxmlformats.org/drawingml/2006/main"/>
          <a:p xmlns:a="http://schemas.openxmlformats.org/drawingml/2006/main">
            <a:pPr algn="ctr">
              <a:lnSpc>
                <a:spcPct val="96000"/>
              </a:lnSpc>
              <a:buNone/>
              <a:defRPr sz="698" b="0">
                <a:solidFill>
                  <a:srgbClr val="111111"/>
                </a:solidFill>
                <a:latin typeface="Source Han Sans CN"/>
                <a:ea typeface="Source Han Sans CN"/>
                <a:cs typeface="Source Han Sans CN"/>
              </a:defRPr>
            </a:pPr>
            <a:r>
              <a:rPr sz="698" b="0">
                <a:solidFill>
                  <a:srgbClr val="111111"/>
                </a:solidFill>
                <a:latin typeface="Source Han Sans CN"/>
                <a:ea typeface="Source Han Sans CN"/>
                <a:cs typeface="Source Han Sans CN"/>
              </a:rPr>
              <a:t>轴向旋转</a:t>
            </a:r>
          </a:p>
        </p:txBody>
      </p:sp>
      <p:sp>
        <p:nvSpPr>
          <p:cNvPr id="177" name="p32_outcome">
            <a:extLst xmlns:a="http://schemas.openxmlformats.org/drawingml/2006/main">
              <a:ext uri="{FF2B5EF4-FFF2-40B4-BE49-F238E27FC236}">
                <a16:creationId xmlns:a16="http://schemas.microsoft.com/office/drawing/2014/main" id="{597264F3-20E3-49A6-B24B-26FAD2B9502C}"/>
              </a:ext>
            </a:extLst>
          </p:cNvPr>
          <p:cNvSpPr>
            <a:spLocks xmlns:a="http://schemas.openxmlformats.org/drawingml/2006/main" noGrp="1"/>
          </p:cNvSpPr>
          <p:nvPr/>
        </p:nvSpPr>
        <p:spPr>
          <a:xfrm xmlns:a="http://schemas.openxmlformats.org/drawingml/2006/main">
            <a:off x="3448050" y="10220325"/>
            <a:ext cx="1676400" cy="590550"/>
          </a:xfrm>
          <a:prstGeom xmlns:a="http://schemas.openxmlformats.org/drawingml/2006/main" prst="roundRect">
            <a:avLst>
              <a:gd name="adj" fmla="val 12903"/>
            </a:avLst>
          </a:prstGeom>
          <a:solidFill xmlns:a="http://schemas.openxmlformats.org/drawingml/2006/main">
            <a:srgbClr val="FBE7E9"/>
          </a:solidFill>
          <a:ln xmlns:a="http://schemas.openxmlformats.org/drawingml/2006/main" w="11906">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104000"/>
              </a:lnSpc>
              <a:buNone/>
              <a:defRPr sz="1148" b="0">
                <a:solidFill>
                  <a:srgbClr val="111111"/>
                </a:solidFill>
                <a:latin typeface="Source Han Sans CN"/>
                <a:ea typeface="Source Han Sans CN"/>
                <a:cs typeface="Source Han Sans CN"/>
              </a:defRPr>
            </a:pPr>
            <a:r>
              <a:rPr sz="1148" b="0">
                <a:solidFill>
                  <a:srgbClr val="111111"/>
                </a:solidFill>
                <a:latin typeface="Source Han Sans CN"/>
                <a:ea typeface="Source Han Sans CN"/>
                <a:cs typeface="Source Han Sans CN"/>
              </a:rPr>
              <a:t>评估单皮质固定的</a:t>
            </a:r>
          </a:p>
          <a:p xmlns:a="http://schemas.openxmlformats.org/drawingml/2006/main">
            <a:pPr algn="ctr">
              <a:lnSpc>
                <a:spcPct val="104000"/>
              </a:lnSpc>
              <a:buNone/>
              <a:defRPr sz="1148" b="0">
                <a:solidFill>
                  <a:srgbClr val="111111"/>
                </a:solidFill>
                <a:latin typeface="Source Han Sans CN"/>
                <a:ea typeface="Source Han Sans CN"/>
                <a:cs typeface="Source Han Sans CN"/>
              </a:defRPr>
            </a:pPr>
            <a:r>
              <a:rPr sz="1148" b="0">
                <a:solidFill>
                  <a:srgbClr val="111111"/>
                </a:solidFill>
                <a:latin typeface="Source Han Sans CN"/>
                <a:ea typeface="Source Han Sans CN"/>
                <a:cs typeface="Source Han Sans CN"/>
              </a:rPr>
              <a:t>应力分布与稳定性</a:t>
            </a:r>
          </a:p>
        </p:txBody>
      </p:sp>
      <p:sp>
        <p:nvSpPr>
          <p:cNvPr id="178" name="p32_index">
            <a:extLst xmlns:a="http://schemas.openxmlformats.org/drawingml/2006/main">
              <a:ext uri="{FF2B5EF4-FFF2-40B4-BE49-F238E27FC236}">
                <a16:creationId xmlns:a16="http://schemas.microsoft.com/office/drawing/2014/main" id="{B59EAF52-8DAF-4221-A063-003EC0D1479B}"/>
              </a:ext>
            </a:extLst>
          </p:cNvPr>
          <p:cNvSpPr>
            <a:spLocks xmlns:a="http://schemas.openxmlformats.org/drawingml/2006/main" noGrp="1"/>
          </p:cNvSpPr>
          <p:nvPr/>
        </p:nvSpPr>
        <p:spPr>
          <a:xfrm xmlns:a="http://schemas.openxmlformats.org/drawingml/2006/main">
            <a:off x="4848225" y="10820400"/>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r">
              <a:lnSpc>
                <a:spcPct val="90000"/>
              </a:lnSpc>
              <a:buNone/>
              <a:defRPr sz="1350" b="1">
                <a:solidFill>
                  <a:srgbClr val="F05A21"/>
                </a:solidFill>
                <a:latin typeface="Source Han Sans CN"/>
                <a:ea typeface="Source Han Sans CN"/>
                <a:cs typeface="Source Han Sans CN"/>
              </a:defRPr>
            </a:pPr>
            <a:r>
              <a:rPr sz="1350" b="1">
                <a:solidFill>
                  <a:srgbClr val="F05A21"/>
                </a:solidFill>
                <a:latin typeface="Source Han Sans CN"/>
                <a:ea typeface="Source Han Sans CN"/>
                <a:cs typeface="Source Han Sans CN"/>
              </a:rPr>
              <a:t>3.2</a:t>
            </a:r>
          </a:p>
        </p:txBody>
      </p:sp>
      <p:sp>
        <p:nvSpPr>
          <p:cNvPr id="179" name="p33_title">
            <a:extLst xmlns:a="http://schemas.openxmlformats.org/drawingml/2006/main">
              <a:ext uri="{FF2B5EF4-FFF2-40B4-BE49-F238E27FC236}">
                <a16:creationId xmlns:a16="http://schemas.microsoft.com/office/drawing/2014/main" id="{9D4F8A43-8E1D-4B2F-9A3E-9FDAA4DBC52D}"/>
              </a:ext>
            </a:extLst>
          </p:cNvPr>
          <p:cNvSpPr>
            <a:spLocks xmlns:a="http://schemas.openxmlformats.org/drawingml/2006/main" noGrp="1"/>
          </p:cNvSpPr>
          <p:nvPr/>
        </p:nvSpPr>
        <p:spPr>
          <a:xfrm xmlns:a="http://schemas.openxmlformats.org/drawingml/2006/main">
            <a:off x="5324475" y="7800975"/>
            <a:ext cx="2095500" cy="390525"/>
          </a:xfrm>
          <a:prstGeom xmlns:a="http://schemas.openxmlformats.org/drawingml/2006/main" prst="rect">
            <a:avLst/>
          </a:prstGeom>
          <a:solidFill xmlns:a="http://schemas.openxmlformats.org/drawingml/2006/main">
            <a:srgbClr val="FCEBEC"/>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35" b="1">
                <a:solidFill>
                  <a:srgbClr val="111111"/>
                </a:solidFill>
                <a:latin typeface="Source Han Sans CN"/>
                <a:ea typeface="Source Han Sans CN"/>
                <a:cs typeface="Source Han Sans CN"/>
              </a:defRPr>
            </a:pPr>
            <a:r>
              <a:rPr sz="1335" b="1">
                <a:solidFill>
                  <a:srgbClr val="111111"/>
                </a:solidFill>
                <a:latin typeface="Source Han Sans CN"/>
                <a:ea typeface="Source Han Sans CN"/>
                <a:cs typeface="Source Han Sans CN"/>
              </a:rPr>
              <a:t>双皮质固定（仿真）</a:t>
            </a:r>
          </a:p>
        </p:txBody>
      </p:sp>
      <p:sp>
        <p:nvSpPr>
          <p:cNvPr id="180" name="p33_penetration">
            <a:extLst xmlns:a="http://schemas.openxmlformats.org/drawingml/2006/main">
              <a:ext uri="{FF2B5EF4-FFF2-40B4-BE49-F238E27FC236}">
                <a16:creationId xmlns:a16="http://schemas.microsoft.com/office/drawing/2014/main" id="{220E063C-F547-4380-BE6B-8985C7276D71}"/>
              </a:ext>
            </a:extLst>
          </p:cNvPr>
          <p:cNvSpPr>
            <a:spLocks xmlns:a="http://schemas.openxmlformats.org/drawingml/2006/main" noGrp="1"/>
          </p:cNvSpPr>
          <p:nvPr/>
        </p:nvSpPr>
        <p:spPr>
          <a:xfrm xmlns:a="http://schemas.openxmlformats.org/drawingml/2006/main">
            <a:off x="5886450" y="8267700"/>
            <a:ext cx="914400" cy="276225"/>
          </a:xfrm>
          <a:prstGeom xmlns:a="http://schemas.openxmlformats.org/drawingml/2006/main" prst="roundRect">
            <a:avLst>
              <a:gd name="adj" fmla="val 20690"/>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95" b="0">
                <a:solidFill>
                  <a:srgbClr val="111111"/>
                </a:solidFill>
                <a:latin typeface="Source Han Sans CN"/>
                <a:ea typeface="Source Han Sans CN"/>
                <a:cs typeface="Source Han Sans CN"/>
              </a:defRPr>
            </a:pPr>
            <a:r>
              <a:rPr sz="1095" b="0">
                <a:solidFill>
                  <a:srgbClr val="111111"/>
                </a:solidFill>
                <a:latin typeface="Source Han Sans CN"/>
                <a:ea typeface="Source Han Sans CN"/>
                <a:cs typeface="Source Han Sans CN"/>
              </a:rPr>
              <a:t>穿透长度</a:t>
            </a:r>
          </a:p>
        </p:txBody>
      </p:sp>
      <p:sp>
        <p:nvSpPr>
          <p:cNvPr id="181" name="p33_double">
            <a:extLst xmlns:a="http://schemas.openxmlformats.org/drawingml/2006/main">
              <a:ext uri="{FF2B5EF4-FFF2-40B4-BE49-F238E27FC236}">
                <a16:creationId xmlns:a16="http://schemas.microsoft.com/office/drawing/2014/main" id="{194B5831-E23D-4912-B666-FCE733220A9A}"/>
              </a:ext>
            </a:extLst>
          </p:cNvPr>
          <p:cNvSpPr>
            <a:spLocks xmlns:a="http://schemas.openxmlformats.org/drawingml/2006/main" noGrp="1"/>
          </p:cNvSpPr>
          <p:nvPr/>
        </p:nvSpPr>
        <p:spPr>
          <a:xfrm xmlns:a="http://schemas.openxmlformats.org/drawingml/2006/main">
            <a:off x="5905500" y="8658225"/>
            <a:ext cx="914400" cy="266700"/>
          </a:xfrm>
          <a:prstGeom xmlns:a="http://schemas.openxmlformats.org/drawingml/2006/main" prst="roundRect">
            <a:avLst>
              <a:gd name="adj" fmla="val 21429"/>
            </a:avLst>
          </a:prstGeom>
          <a:solidFill xmlns:a="http://schemas.openxmlformats.org/drawingml/2006/main">
            <a:srgbClr val="FBE7E9"/>
          </a:solidFill>
          <a:ln xmlns:a="http://schemas.openxmlformats.org/drawingml/2006/main" w="8096">
            <a:solidFill>
              <a:srgbClr val="E9A9B0"/>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00" b="0">
                <a:solidFill>
                  <a:srgbClr val="111111"/>
                </a:solidFill>
                <a:latin typeface="Source Han Sans CN"/>
                <a:ea typeface="Source Han Sans CN"/>
                <a:cs typeface="Source Han Sans CN"/>
              </a:defRPr>
            </a:pPr>
            <a:r>
              <a:rPr sz="1200" b="0">
                <a:solidFill>
                  <a:srgbClr val="111111"/>
                </a:solidFill>
                <a:latin typeface="Source Han Sans CN"/>
                <a:ea typeface="Source Han Sans CN"/>
                <a:cs typeface="Source Han Sans CN"/>
              </a:rPr>
              <a:t>双皮质</a:t>
            </a:r>
          </a:p>
        </p:txBody>
      </p:sp>
      <p:sp>
        <p:nvSpPr>
          <p:cNvPr id="182" name="p33_compare">
            <a:extLst xmlns:a="http://schemas.openxmlformats.org/drawingml/2006/main">
              <a:ext uri="{FF2B5EF4-FFF2-40B4-BE49-F238E27FC236}">
                <a16:creationId xmlns:a16="http://schemas.microsoft.com/office/drawing/2014/main" id="{1E25945A-1DC4-4926-8F93-6E2DB5C16964}"/>
              </a:ext>
            </a:extLst>
          </p:cNvPr>
          <p:cNvSpPr>
            <a:spLocks xmlns:a="http://schemas.openxmlformats.org/drawingml/2006/main" noGrp="1"/>
          </p:cNvSpPr>
          <p:nvPr/>
        </p:nvSpPr>
        <p:spPr>
          <a:xfrm xmlns:a="http://schemas.openxmlformats.org/drawingml/2006/main">
            <a:off x="5353050" y="9020175"/>
            <a:ext cx="657225" cy="295275"/>
          </a:xfrm>
          <a:prstGeom xmlns:a="http://schemas.openxmlformats.org/drawingml/2006/main" prst="roundRect">
            <a:avLst>
              <a:gd name="adj" fmla="val 19355"/>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2858" tIns="14288" rIns="2858" bIns="14288" anchor="ctr">
            <a:noAutofit/>
          </a:bodyPr>
          <a:lstStyle xmlns:a="http://schemas.openxmlformats.org/drawingml/2006/main"/>
          <a:p xmlns:a="http://schemas.openxmlformats.org/drawingml/2006/main">
            <a:pPr algn="ctr">
              <a:lnSpc>
                <a:spcPct val="96000"/>
              </a:lnSpc>
              <a:buNone/>
              <a:defRPr sz="788" b="0">
                <a:solidFill>
                  <a:srgbClr val="111111"/>
                </a:solidFill>
                <a:latin typeface="Source Han Sans CN"/>
                <a:ea typeface="Source Han Sans CN"/>
                <a:cs typeface="Source Han Sans CN"/>
              </a:defRPr>
            </a:pPr>
            <a:r>
              <a:rPr sz="788" b="0">
                <a:solidFill>
                  <a:srgbClr val="111111"/>
                </a:solidFill>
                <a:latin typeface="Source Han Sans CN"/>
                <a:ea typeface="Source Han Sans CN"/>
                <a:cs typeface="Source Han Sans CN"/>
              </a:rPr>
              <a:t>与单皮质比较</a:t>
            </a:r>
          </a:p>
        </p:txBody>
      </p:sp>
      <p:sp>
        <p:nvSpPr>
          <p:cNvPr id="183" name="p33_pen_len">
            <a:extLst xmlns:a="http://schemas.openxmlformats.org/drawingml/2006/main">
              <a:ext uri="{FF2B5EF4-FFF2-40B4-BE49-F238E27FC236}">
                <a16:creationId xmlns:a16="http://schemas.microsoft.com/office/drawing/2014/main" id="{8540E671-5976-4BD8-BFAC-8606DA3022D1}"/>
              </a:ext>
            </a:extLst>
          </p:cNvPr>
          <p:cNvSpPr>
            <a:spLocks xmlns:a="http://schemas.openxmlformats.org/drawingml/2006/main" noGrp="1"/>
          </p:cNvSpPr>
          <p:nvPr/>
        </p:nvSpPr>
        <p:spPr>
          <a:xfrm xmlns:a="http://schemas.openxmlformats.org/drawingml/2006/main">
            <a:off x="6029325" y="9020175"/>
            <a:ext cx="676275" cy="295275"/>
          </a:xfrm>
          <a:prstGeom xmlns:a="http://schemas.openxmlformats.org/drawingml/2006/main" prst="roundRect">
            <a:avLst>
              <a:gd name="adj" fmla="val 19355"/>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2858" tIns="14288" rIns="2858" bIns="14288" anchor="ctr">
            <a:noAutofit/>
          </a:bodyPr>
          <a:lstStyle xmlns:a="http://schemas.openxmlformats.org/drawingml/2006/main"/>
          <a:p xmlns:a="http://schemas.openxmlformats.org/drawingml/2006/main">
            <a:pPr algn="ctr">
              <a:lnSpc>
                <a:spcPct val="96000"/>
              </a:lnSpc>
              <a:buNone/>
              <a:defRPr sz="743" b="0">
                <a:solidFill>
                  <a:srgbClr val="111111"/>
                </a:solidFill>
                <a:latin typeface="Source Han Sans CN"/>
                <a:ea typeface="Source Han Sans CN"/>
                <a:cs typeface="Source Han Sans CN"/>
              </a:defRPr>
            </a:pPr>
            <a:r>
              <a:rPr sz="743" b="0">
                <a:solidFill>
                  <a:srgbClr val="111111"/>
                </a:solidFill>
                <a:latin typeface="Source Han Sans CN"/>
                <a:ea typeface="Source Han Sans CN"/>
                <a:cs typeface="Source Han Sans CN"/>
              </a:rPr>
              <a:t>不同穿透长度</a:t>
            </a:r>
          </a:p>
        </p:txBody>
      </p:sp>
      <p:sp>
        <p:nvSpPr>
          <p:cNvPr id="184" name="p33_traj">
            <a:extLst xmlns:a="http://schemas.openxmlformats.org/drawingml/2006/main">
              <a:ext uri="{FF2B5EF4-FFF2-40B4-BE49-F238E27FC236}">
                <a16:creationId xmlns:a16="http://schemas.microsoft.com/office/drawing/2014/main" id="{0777D0F7-0E38-43A8-A57F-1C11C5B28BC8}"/>
              </a:ext>
            </a:extLst>
          </p:cNvPr>
          <p:cNvSpPr>
            <a:spLocks xmlns:a="http://schemas.openxmlformats.org/drawingml/2006/main" noGrp="1"/>
          </p:cNvSpPr>
          <p:nvPr/>
        </p:nvSpPr>
        <p:spPr>
          <a:xfrm xmlns:a="http://schemas.openxmlformats.org/drawingml/2006/main">
            <a:off x="6724650" y="9020175"/>
            <a:ext cx="666750" cy="295275"/>
          </a:xfrm>
          <a:prstGeom xmlns:a="http://schemas.openxmlformats.org/drawingml/2006/main" prst="roundRect">
            <a:avLst>
              <a:gd name="adj" fmla="val 19355"/>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2858" tIns="14288" rIns="2858" bIns="14288" anchor="ctr">
            <a:noAutofit/>
          </a:bodyPr>
          <a:lstStyle xmlns:a="http://schemas.openxmlformats.org/drawingml/2006/main"/>
          <a:p xmlns:a="http://schemas.openxmlformats.org/drawingml/2006/main">
            <a:pPr algn="ctr">
              <a:lnSpc>
                <a:spcPct val="96000"/>
              </a:lnSpc>
              <a:buNone/>
              <a:defRPr sz="743" b="0">
                <a:solidFill>
                  <a:srgbClr val="111111"/>
                </a:solidFill>
                <a:latin typeface="Source Han Sans CN"/>
                <a:ea typeface="Source Han Sans CN"/>
                <a:cs typeface="Source Han Sans CN"/>
              </a:defRPr>
            </a:pPr>
            <a:r>
              <a:rPr sz="743" b="0">
                <a:solidFill>
                  <a:srgbClr val="111111"/>
                </a:solidFill>
                <a:latin typeface="Source Han Sans CN"/>
                <a:ea typeface="Source Han Sans CN"/>
                <a:cs typeface="Source Han Sans CN"/>
              </a:rPr>
              <a:t>不同轨迹角度</a:t>
            </a:r>
          </a:p>
        </p:txBody>
      </p:sp>
      <p:sp>
        <p:nvSpPr>
          <p:cNvPr id="185" name="p33_loading">
            <a:extLst xmlns:a="http://schemas.openxmlformats.org/drawingml/2006/main">
              <a:ext uri="{FF2B5EF4-FFF2-40B4-BE49-F238E27FC236}">
                <a16:creationId xmlns:a16="http://schemas.microsoft.com/office/drawing/2014/main" id="{F5AC0817-6821-4F8F-9C6F-9609CAD356DB}"/>
              </a:ext>
            </a:extLst>
          </p:cNvPr>
          <p:cNvSpPr>
            <a:spLocks xmlns:a="http://schemas.openxmlformats.org/drawingml/2006/main" noGrp="1"/>
          </p:cNvSpPr>
          <p:nvPr/>
        </p:nvSpPr>
        <p:spPr>
          <a:xfrm xmlns:a="http://schemas.openxmlformats.org/drawingml/2006/main">
            <a:off x="5143500" y="93916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4288" rIns="0" bIns="14288" anchor="ctr">
            <a:noAutofit/>
          </a:bodyPr>
          <a:lstStyle xmlns:a="http://schemas.openxmlformats.org/drawingml/2006/main"/>
          <a:p xmlns:a="http://schemas.openxmlformats.org/drawingml/2006/main">
            <a:pPr algn="ctr">
              <a:lnSpc>
                <a:spcPct val="92000"/>
              </a:lnSpc>
              <a:buNone/>
              <a:defRPr sz="810" b="1">
                <a:solidFill>
                  <a:srgbClr val="111111"/>
                </a:solidFill>
                <a:latin typeface="Source Han Sans CN"/>
                <a:ea typeface="Source Han Sans CN"/>
                <a:cs typeface="Source Han Sans CN"/>
              </a:defRPr>
            </a:pPr>
            <a:r>
              <a:rPr sz="810" b="1">
                <a:solidFill>
                  <a:srgbClr val="111111"/>
                </a:solidFill>
                <a:latin typeface="Source Han Sans CN"/>
                <a:ea typeface="Source Han Sans CN"/>
                <a:cs typeface="Source Han Sans CN"/>
              </a:rPr>
              <a:t>活加载</a:t>
            </a:r>
          </a:p>
        </p:txBody>
      </p:sp>
      <p:sp>
        <p:nvSpPr>
          <p:cNvPr id="186" name="p33_load_axial">
            <a:extLst xmlns:a="http://schemas.openxmlformats.org/drawingml/2006/main">
              <a:ext uri="{FF2B5EF4-FFF2-40B4-BE49-F238E27FC236}">
                <a16:creationId xmlns:a16="http://schemas.microsoft.com/office/drawing/2014/main" id="{36543BB8-AFFC-49E9-B4C6-FD7B0B601ED9}"/>
              </a:ext>
            </a:extLst>
          </p:cNvPr>
          <p:cNvSpPr>
            <a:spLocks xmlns:a="http://schemas.openxmlformats.org/drawingml/2006/main" noGrp="1"/>
          </p:cNvSpPr>
          <p:nvPr/>
        </p:nvSpPr>
        <p:spPr>
          <a:xfrm xmlns:a="http://schemas.openxmlformats.org/drawingml/2006/main">
            <a:off x="5391150" y="9544050"/>
            <a:ext cx="409575" cy="323850"/>
          </a:xfrm>
          <a:prstGeom xmlns:a="http://schemas.openxmlformats.org/drawingml/2006/main" prst="roundRect">
            <a:avLst>
              <a:gd name="adj" fmla="val 17647"/>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 tIns="14288" rIns="1905" bIns="14288" anchor="ctr">
            <a:noAutofit/>
          </a:bodyPr>
          <a:lstStyle xmlns:a="http://schemas.openxmlformats.org/drawingml/2006/main"/>
          <a:p xmlns:a="http://schemas.openxmlformats.org/drawingml/2006/main">
            <a:pPr algn="ctr">
              <a:lnSpc>
                <a:spcPct val="96000"/>
              </a:lnSpc>
              <a:buNone/>
              <a:defRPr sz="713" b="0">
                <a:solidFill>
                  <a:srgbClr val="111111"/>
                </a:solidFill>
                <a:latin typeface="Source Han Sans CN"/>
                <a:ea typeface="Source Han Sans CN"/>
                <a:cs typeface="Source Han Sans CN"/>
              </a:defRPr>
            </a:pPr>
            <a:r>
              <a:rPr sz="713" b="0">
                <a:solidFill>
                  <a:srgbClr val="111111"/>
                </a:solidFill>
                <a:latin typeface="Source Han Sans CN"/>
                <a:ea typeface="Source Han Sans CN"/>
                <a:cs typeface="Source Han Sans CN"/>
              </a:rPr>
              <a:t>轴向压缩</a:t>
            </a:r>
          </a:p>
        </p:txBody>
      </p:sp>
      <p:sp>
        <p:nvSpPr>
          <p:cNvPr id="187" name="p33_load_flex">
            <a:extLst xmlns:a="http://schemas.openxmlformats.org/drawingml/2006/main">
              <a:ext uri="{FF2B5EF4-FFF2-40B4-BE49-F238E27FC236}">
                <a16:creationId xmlns:a16="http://schemas.microsoft.com/office/drawing/2014/main" id="{A28AA3A3-7031-4B78-BD03-4D46B42976B4}"/>
              </a:ext>
            </a:extLst>
          </p:cNvPr>
          <p:cNvSpPr>
            <a:spLocks xmlns:a="http://schemas.openxmlformats.org/drawingml/2006/main" noGrp="1"/>
          </p:cNvSpPr>
          <p:nvPr/>
        </p:nvSpPr>
        <p:spPr>
          <a:xfrm xmlns:a="http://schemas.openxmlformats.org/drawingml/2006/main">
            <a:off x="5819775" y="9544050"/>
            <a:ext cx="323850" cy="323850"/>
          </a:xfrm>
          <a:prstGeom xmlns:a="http://schemas.openxmlformats.org/drawingml/2006/main" prst="roundRect">
            <a:avLst>
              <a:gd name="adj" fmla="val 17647"/>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 tIns="14288" rIns="1905" bIns="14288" anchor="ctr">
            <a:noAutofit/>
          </a:bodyPr>
          <a:lstStyle xmlns:a="http://schemas.openxmlformats.org/drawingml/2006/main"/>
          <a:p xmlns:a="http://schemas.openxmlformats.org/drawingml/2006/main">
            <a:pPr algn="ctr">
              <a:lnSpc>
                <a:spcPct val="96000"/>
              </a:lnSpc>
              <a:buNone/>
              <a:defRPr sz="832" b="0">
                <a:solidFill>
                  <a:srgbClr val="111111"/>
                </a:solidFill>
                <a:latin typeface="Source Han Sans CN"/>
                <a:ea typeface="Source Han Sans CN"/>
                <a:cs typeface="Source Han Sans CN"/>
              </a:defRPr>
            </a:pPr>
            <a:r>
              <a:rPr sz="832" b="0">
                <a:solidFill>
                  <a:srgbClr val="111111"/>
                </a:solidFill>
                <a:latin typeface="Source Han Sans CN"/>
                <a:ea typeface="Source Han Sans CN"/>
                <a:cs typeface="Source Han Sans CN"/>
              </a:rPr>
              <a:t>前屈</a:t>
            </a:r>
          </a:p>
        </p:txBody>
      </p:sp>
      <p:sp>
        <p:nvSpPr>
          <p:cNvPr id="188" name="p33_load_ext">
            <a:extLst xmlns:a="http://schemas.openxmlformats.org/drawingml/2006/main">
              <a:ext uri="{FF2B5EF4-FFF2-40B4-BE49-F238E27FC236}">
                <a16:creationId xmlns:a16="http://schemas.microsoft.com/office/drawing/2014/main" id="{0CFD25AB-4738-4A0D-A184-422BBE4ECB10}"/>
              </a:ext>
            </a:extLst>
          </p:cNvPr>
          <p:cNvSpPr>
            <a:spLocks xmlns:a="http://schemas.openxmlformats.org/drawingml/2006/main" noGrp="1"/>
          </p:cNvSpPr>
          <p:nvPr/>
        </p:nvSpPr>
        <p:spPr>
          <a:xfrm xmlns:a="http://schemas.openxmlformats.org/drawingml/2006/main">
            <a:off x="6162675" y="9544050"/>
            <a:ext cx="323850" cy="323850"/>
          </a:xfrm>
          <a:prstGeom xmlns:a="http://schemas.openxmlformats.org/drawingml/2006/main" prst="roundRect">
            <a:avLst>
              <a:gd name="adj" fmla="val 17647"/>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 tIns="14288" rIns="1905" bIns="14288" anchor="ctr">
            <a:noAutofit/>
          </a:bodyPr>
          <a:lstStyle xmlns:a="http://schemas.openxmlformats.org/drawingml/2006/main"/>
          <a:p xmlns:a="http://schemas.openxmlformats.org/drawingml/2006/main">
            <a:pPr algn="ctr">
              <a:lnSpc>
                <a:spcPct val="96000"/>
              </a:lnSpc>
              <a:buNone/>
              <a:defRPr sz="832" b="0">
                <a:solidFill>
                  <a:srgbClr val="111111"/>
                </a:solidFill>
                <a:latin typeface="Source Han Sans CN"/>
                <a:ea typeface="Source Han Sans CN"/>
                <a:cs typeface="Source Han Sans CN"/>
              </a:defRPr>
            </a:pPr>
            <a:r>
              <a:rPr sz="832" b="0">
                <a:solidFill>
                  <a:srgbClr val="111111"/>
                </a:solidFill>
                <a:latin typeface="Source Han Sans CN"/>
                <a:ea typeface="Source Han Sans CN"/>
                <a:cs typeface="Source Han Sans CN"/>
              </a:rPr>
              <a:t>后伸</a:t>
            </a:r>
          </a:p>
        </p:txBody>
      </p:sp>
      <p:sp>
        <p:nvSpPr>
          <p:cNvPr id="189" name="p33_load_lat">
            <a:extLst xmlns:a="http://schemas.openxmlformats.org/drawingml/2006/main">
              <a:ext uri="{FF2B5EF4-FFF2-40B4-BE49-F238E27FC236}">
                <a16:creationId xmlns:a16="http://schemas.microsoft.com/office/drawing/2014/main" id="{540DE79F-7360-4276-86E3-60D343986373}"/>
              </a:ext>
            </a:extLst>
          </p:cNvPr>
          <p:cNvSpPr>
            <a:spLocks xmlns:a="http://schemas.openxmlformats.org/drawingml/2006/main" noGrp="1"/>
          </p:cNvSpPr>
          <p:nvPr/>
        </p:nvSpPr>
        <p:spPr>
          <a:xfrm xmlns:a="http://schemas.openxmlformats.org/drawingml/2006/main">
            <a:off x="6505575" y="9544050"/>
            <a:ext cx="323850" cy="323850"/>
          </a:xfrm>
          <a:prstGeom xmlns:a="http://schemas.openxmlformats.org/drawingml/2006/main" prst="roundRect">
            <a:avLst>
              <a:gd name="adj" fmla="val 17647"/>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 tIns="14288" rIns="1905" bIns="14288" anchor="ctr">
            <a:noAutofit/>
          </a:bodyPr>
          <a:lstStyle xmlns:a="http://schemas.openxmlformats.org/drawingml/2006/main"/>
          <a:p xmlns:a="http://schemas.openxmlformats.org/drawingml/2006/main">
            <a:pPr algn="ctr">
              <a:lnSpc>
                <a:spcPct val="96000"/>
              </a:lnSpc>
              <a:buNone/>
              <a:defRPr sz="832" b="0">
                <a:solidFill>
                  <a:srgbClr val="111111"/>
                </a:solidFill>
                <a:latin typeface="Source Han Sans CN"/>
                <a:ea typeface="Source Han Sans CN"/>
                <a:cs typeface="Source Han Sans CN"/>
              </a:defRPr>
            </a:pPr>
            <a:r>
              <a:rPr sz="832" b="0">
                <a:solidFill>
                  <a:srgbClr val="111111"/>
                </a:solidFill>
                <a:latin typeface="Source Han Sans CN"/>
                <a:ea typeface="Source Han Sans CN"/>
                <a:cs typeface="Source Han Sans CN"/>
              </a:rPr>
              <a:t>侧弯</a:t>
            </a:r>
          </a:p>
        </p:txBody>
      </p:sp>
      <p:sp>
        <p:nvSpPr>
          <p:cNvPr id="190" name="p33_load_rot">
            <a:extLst xmlns:a="http://schemas.openxmlformats.org/drawingml/2006/main">
              <a:ext uri="{FF2B5EF4-FFF2-40B4-BE49-F238E27FC236}">
                <a16:creationId xmlns:a16="http://schemas.microsoft.com/office/drawing/2014/main" id="{D2BB76C0-BA9D-44DB-8192-062C391FC934}"/>
              </a:ext>
            </a:extLst>
          </p:cNvPr>
          <p:cNvSpPr>
            <a:spLocks xmlns:a="http://schemas.openxmlformats.org/drawingml/2006/main" noGrp="1"/>
          </p:cNvSpPr>
          <p:nvPr/>
        </p:nvSpPr>
        <p:spPr>
          <a:xfrm xmlns:a="http://schemas.openxmlformats.org/drawingml/2006/main">
            <a:off x="6848475" y="9544050"/>
            <a:ext cx="542925" cy="323850"/>
          </a:xfrm>
          <a:prstGeom xmlns:a="http://schemas.openxmlformats.org/drawingml/2006/main" prst="roundRect">
            <a:avLst>
              <a:gd name="adj" fmla="val 17647"/>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 tIns="14288" rIns="1905" bIns="14288" anchor="ctr">
            <a:noAutofit/>
          </a:bodyPr>
          <a:lstStyle xmlns:a="http://schemas.openxmlformats.org/drawingml/2006/main"/>
          <a:p xmlns:a="http://schemas.openxmlformats.org/drawingml/2006/main">
            <a:pPr algn="ctr">
              <a:lnSpc>
                <a:spcPct val="96000"/>
              </a:lnSpc>
              <a:buNone/>
              <a:defRPr sz="713" b="0">
                <a:solidFill>
                  <a:srgbClr val="111111"/>
                </a:solidFill>
                <a:latin typeface="Source Han Sans CN"/>
                <a:ea typeface="Source Han Sans CN"/>
                <a:cs typeface="Source Han Sans CN"/>
              </a:defRPr>
            </a:pPr>
            <a:r>
              <a:rPr sz="713" b="0">
                <a:solidFill>
                  <a:srgbClr val="111111"/>
                </a:solidFill>
                <a:latin typeface="Source Han Sans CN"/>
                <a:ea typeface="Source Han Sans CN"/>
                <a:cs typeface="Source Han Sans CN"/>
              </a:rPr>
              <a:t>轴向旋转</a:t>
            </a:r>
          </a:p>
        </p:txBody>
      </p:sp>
      <p:sp>
        <p:nvSpPr>
          <p:cNvPr id="191" name="p33_outcome">
            <a:extLst xmlns:a="http://schemas.openxmlformats.org/drawingml/2006/main">
              <a:ext uri="{FF2B5EF4-FFF2-40B4-BE49-F238E27FC236}">
                <a16:creationId xmlns:a16="http://schemas.microsoft.com/office/drawing/2014/main" id="{9778D17C-B3FB-481C-BF6F-3AD67F0EC08B}"/>
              </a:ext>
            </a:extLst>
          </p:cNvPr>
          <p:cNvSpPr>
            <a:spLocks xmlns:a="http://schemas.openxmlformats.org/drawingml/2006/main" noGrp="1"/>
          </p:cNvSpPr>
          <p:nvPr/>
        </p:nvSpPr>
        <p:spPr>
          <a:xfrm xmlns:a="http://schemas.openxmlformats.org/drawingml/2006/main">
            <a:off x="5476875" y="10220325"/>
            <a:ext cx="1790700" cy="590550"/>
          </a:xfrm>
          <a:prstGeom xmlns:a="http://schemas.openxmlformats.org/drawingml/2006/main" prst="roundRect">
            <a:avLst>
              <a:gd name="adj" fmla="val 12903"/>
            </a:avLst>
          </a:prstGeom>
          <a:solidFill xmlns:a="http://schemas.openxmlformats.org/drawingml/2006/main">
            <a:srgbClr val="FBE7E9"/>
          </a:solidFill>
          <a:ln xmlns:a="http://schemas.openxmlformats.org/drawingml/2006/main" w="11906">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104000"/>
              </a:lnSpc>
              <a:buNone/>
              <a:defRPr sz="1088" b="0">
                <a:solidFill>
                  <a:srgbClr val="111111"/>
                </a:solidFill>
                <a:latin typeface="Source Han Sans CN"/>
                <a:ea typeface="Source Han Sans CN"/>
                <a:cs typeface="Source Han Sans CN"/>
              </a:defRPr>
            </a:pPr>
            <a:r>
              <a:rPr sz="1088" b="0">
                <a:solidFill>
                  <a:srgbClr val="111111"/>
                </a:solidFill>
                <a:latin typeface="Source Han Sans CN"/>
                <a:ea typeface="Source Han Sans CN"/>
                <a:cs typeface="Source Han Sans CN"/>
              </a:rPr>
              <a:t>验证双皮质固定的</a:t>
            </a:r>
          </a:p>
          <a:p xmlns:a="http://schemas.openxmlformats.org/drawingml/2006/main">
            <a:pPr algn="ctr">
              <a:lnSpc>
                <a:spcPct val="104000"/>
              </a:lnSpc>
              <a:buNone/>
              <a:defRPr sz="1088" b="0">
                <a:solidFill>
                  <a:srgbClr val="111111"/>
                </a:solidFill>
                <a:latin typeface="Source Han Sans CN"/>
                <a:ea typeface="Source Han Sans CN"/>
                <a:cs typeface="Source Han Sans CN"/>
              </a:defRPr>
            </a:pPr>
            <a:r>
              <a:rPr sz="1088" b="0">
                <a:solidFill>
                  <a:srgbClr val="111111"/>
                </a:solidFill>
                <a:latin typeface="Source Han Sans CN"/>
                <a:ea typeface="Source Han Sans CN"/>
                <a:cs typeface="Source Han Sans CN"/>
              </a:rPr>
              <a:t>抗拔出能力与抗失稳优势</a:t>
            </a:r>
          </a:p>
        </p:txBody>
      </p:sp>
      <p:sp>
        <p:nvSpPr>
          <p:cNvPr id="192" name="p33_index">
            <a:extLst xmlns:a="http://schemas.openxmlformats.org/drawingml/2006/main">
              <a:ext uri="{FF2B5EF4-FFF2-40B4-BE49-F238E27FC236}">
                <a16:creationId xmlns:a16="http://schemas.microsoft.com/office/drawing/2014/main" id="{F08862AE-6C9A-4A77-B900-C9B7E44E45DE}"/>
              </a:ext>
            </a:extLst>
          </p:cNvPr>
          <p:cNvSpPr>
            <a:spLocks xmlns:a="http://schemas.openxmlformats.org/drawingml/2006/main" noGrp="1"/>
          </p:cNvSpPr>
          <p:nvPr/>
        </p:nvSpPr>
        <p:spPr>
          <a:xfrm xmlns:a="http://schemas.openxmlformats.org/drawingml/2006/main">
            <a:off x="6991350" y="10820400"/>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r">
              <a:lnSpc>
                <a:spcPct val="90000"/>
              </a:lnSpc>
              <a:buNone/>
              <a:defRPr sz="1350" b="1">
                <a:solidFill>
                  <a:srgbClr val="F05A21"/>
                </a:solidFill>
                <a:latin typeface="Source Han Sans CN"/>
                <a:ea typeface="Source Han Sans CN"/>
                <a:cs typeface="Source Han Sans CN"/>
              </a:defRPr>
            </a:pPr>
            <a:r>
              <a:rPr sz="1350" b="1">
                <a:solidFill>
                  <a:srgbClr val="F05A21"/>
                </a:solidFill>
                <a:latin typeface="Source Han Sans CN"/>
                <a:ea typeface="Source Han Sans CN"/>
                <a:cs typeface="Source Han Sans CN"/>
              </a:rPr>
              <a:t>3.3</a:t>
            </a:r>
          </a:p>
        </p:txBody>
      </p:sp>
      <p:sp>
        <p:nvSpPr>
          <p:cNvPr id="193" name="p34_title">
            <a:extLst xmlns:a="http://schemas.openxmlformats.org/drawingml/2006/main">
              <a:ext uri="{FF2B5EF4-FFF2-40B4-BE49-F238E27FC236}">
                <a16:creationId xmlns:a16="http://schemas.microsoft.com/office/drawing/2014/main" id="{CFB57C4C-CEC0-48B4-AC1F-788CD82F53B7}"/>
              </a:ext>
            </a:extLst>
          </p:cNvPr>
          <p:cNvSpPr>
            <a:spLocks xmlns:a="http://schemas.openxmlformats.org/drawingml/2006/main" noGrp="1"/>
          </p:cNvSpPr>
          <p:nvPr/>
        </p:nvSpPr>
        <p:spPr>
          <a:xfrm xmlns:a="http://schemas.openxmlformats.org/drawingml/2006/main">
            <a:off x="7467600" y="7800975"/>
            <a:ext cx="1981200" cy="390525"/>
          </a:xfrm>
          <a:prstGeom xmlns:a="http://schemas.openxmlformats.org/drawingml/2006/main" prst="rect">
            <a:avLst/>
          </a:prstGeom>
          <a:solidFill xmlns:a="http://schemas.openxmlformats.org/drawingml/2006/main">
            <a:srgbClr val="FCEBEC"/>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35" b="1">
                <a:solidFill>
                  <a:srgbClr val="111111"/>
                </a:solidFill>
                <a:latin typeface="Source Han Sans CN"/>
                <a:ea typeface="Source Han Sans CN"/>
                <a:cs typeface="Source Han Sans CN"/>
              </a:defRPr>
            </a:pPr>
            <a:r>
              <a:rPr sz="1335" b="1">
                <a:solidFill>
                  <a:srgbClr val="111111"/>
                </a:solidFill>
                <a:latin typeface="Source Han Sans CN"/>
                <a:ea typeface="Source Han Sans CN"/>
                <a:cs typeface="Source Han Sans CN"/>
              </a:rPr>
              <a:t>双皮质固定（实验）</a:t>
            </a:r>
          </a:p>
        </p:txBody>
      </p:sp>
      <p:sp>
        <p:nvSpPr>
          <p:cNvPr id="194" name="p34_collect">
            <a:extLst xmlns:a="http://schemas.openxmlformats.org/drawingml/2006/main">
              <a:ext uri="{FF2B5EF4-FFF2-40B4-BE49-F238E27FC236}">
                <a16:creationId xmlns:a16="http://schemas.microsoft.com/office/drawing/2014/main" id="{F417566B-1673-407E-8249-A09BA1B721E0}"/>
              </a:ext>
            </a:extLst>
          </p:cNvPr>
          <p:cNvSpPr>
            <a:spLocks xmlns:a="http://schemas.openxmlformats.org/drawingml/2006/main" noGrp="1"/>
          </p:cNvSpPr>
          <p:nvPr/>
        </p:nvSpPr>
        <p:spPr>
          <a:xfrm xmlns:a="http://schemas.openxmlformats.org/drawingml/2006/main">
            <a:off x="7629525" y="8267700"/>
            <a:ext cx="1657350" cy="314325"/>
          </a:xfrm>
          <a:prstGeom xmlns:a="http://schemas.openxmlformats.org/drawingml/2006/main" prst="roundRect">
            <a:avLst>
              <a:gd name="adj" fmla="val 18182"/>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10" b="0">
                <a:solidFill>
                  <a:srgbClr val="111111"/>
                </a:solidFill>
                <a:latin typeface="Source Han Sans CN"/>
                <a:ea typeface="Source Han Sans CN"/>
                <a:cs typeface="Source Han Sans CN"/>
              </a:defRPr>
            </a:pPr>
            <a:r>
              <a:rPr sz="1110" b="0">
                <a:solidFill>
                  <a:srgbClr val="111111"/>
                </a:solidFill>
                <a:latin typeface="Source Han Sans CN"/>
                <a:ea typeface="Source Han Sans CN"/>
                <a:cs typeface="Source Han Sans CN"/>
              </a:rPr>
              <a:t>样本采集、标准化固定</a:t>
            </a:r>
          </a:p>
        </p:txBody>
      </p:sp>
      <p:sp>
        <p:nvSpPr>
          <p:cNvPr id="195" name="p34_specimen">
            <a:extLst xmlns:a="http://schemas.openxmlformats.org/drawingml/2006/main">
              <a:ext uri="{FF2B5EF4-FFF2-40B4-BE49-F238E27FC236}">
                <a16:creationId xmlns:a16="http://schemas.microsoft.com/office/drawing/2014/main" id="{4DBFD3AC-E3D5-4A55-8701-6203B823287B}"/>
              </a:ext>
            </a:extLst>
          </p:cNvPr>
          <p:cNvSpPr>
            <a:spLocks xmlns:a="http://schemas.openxmlformats.org/drawingml/2006/main" noGrp="1"/>
          </p:cNvSpPr>
          <p:nvPr/>
        </p:nvSpPr>
        <p:spPr>
          <a:xfrm xmlns:a="http://schemas.openxmlformats.org/drawingml/2006/main">
            <a:off x="7572375" y="8982075"/>
            <a:ext cx="1724025" cy="342900"/>
          </a:xfrm>
          <a:prstGeom xmlns:a="http://schemas.openxmlformats.org/drawingml/2006/main" prst="roundRect">
            <a:avLst>
              <a:gd name="adj" fmla="val 16667"/>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58" b="0">
                <a:solidFill>
                  <a:srgbClr val="111111"/>
                </a:solidFill>
                <a:latin typeface="Source Han Sans CN"/>
                <a:ea typeface="Source Han Sans CN"/>
                <a:cs typeface="Source Han Sans CN"/>
              </a:defRPr>
            </a:pPr>
            <a:r>
              <a:rPr sz="1058" b="0">
                <a:solidFill>
                  <a:srgbClr val="111111"/>
                </a:solidFill>
                <a:latin typeface="Source Han Sans CN"/>
                <a:ea typeface="Source Han Sans CN"/>
                <a:cs typeface="Source Han Sans CN"/>
              </a:rPr>
              <a:t>骨质疏松椎体替代体样本</a:t>
            </a:r>
          </a:p>
        </p:txBody>
      </p:sp>
      <p:sp>
        <p:nvSpPr>
          <p:cNvPr id="196" name="p34_torque">
            <a:extLst xmlns:a="http://schemas.openxmlformats.org/drawingml/2006/main">
              <a:ext uri="{FF2B5EF4-FFF2-40B4-BE49-F238E27FC236}">
                <a16:creationId xmlns:a16="http://schemas.microsoft.com/office/drawing/2014/main" id="{697BAC30-EA4E-4334-A74C-0BE30CAD100B}"/>
              </a:ext>
            </a:extLst>
          </p:cNvPr>
          <p:cNvSpPr>
            <a:spLocks xmlns:a="http://schemas.openxmlformats.org/drawingml/2006/main" noGrp="1"/>
          </p:cNvSpPr>
          <p:nvPr/>
        </p:nvSpPr>
        <p:spPr>
          <a:xfrm xmlns:a="http://schemas.openxmlformats.org/drawingml/2006/main">
            <a:off x="7591425" y="9677400"/>
            <a:ext cx="1057275" cy="361950"/>
          </a:xfrm>
          <a:prstGeom xmlns:a="http://schemas.openxmlformats.org/drawingml/2006/main" prst="roundRect">
            <a:avLst>
              <a:gd name="adj" fmla="val 15789"/>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02" b="0">
                <a:solidFill>
                  <a:srgbClr val="111111"/>
                </a:solidFill>
                <a:latin typeface="Source Han Sans CN"/>
                <a:ea typeface="Source Han Sans CN"/>
                <a:cs typeface="Source Han Sans CN"/>
              </a:defRPr>
            </a:pPr>
            <a:r>
              <a:rPr sz="1102" b="0">
                <a:solidFill>
                  <a:srgbClr val="111111"/>
                </a:solidFill>
                <a:latin typeface="Source Han Sans CN"/>
                <a:ea typeface="Source Han Sans CN"/>
                <a:cs typeface="Source Han Sans CN"/>
              </a:rPr>
              <a:t>力矩与活动度</a:t>
            </a:r>
          </a:p>
        </p:txBody>
      </p:sp>
      <p:sp>
        <p:nvSpPr>
          <p:cNvPr id="197" name="p34_stiffness">
            <a:extLst xmlns:a="http://schemas.openxmlformats.org/drawingml/2006/main">
              <a:ext uri="{FF2B5EF4-FFF2-40B4-BE49-F238E27FC236}">
                <a16:creationId xmlns:a16="http://schemas.microsoft.com/office/drawing/2014/main" id="{3757DA80-AFB4-4259-8047-EBEFD0484679}"/>
              </a:ext>
            </a:extLst>
          </p:cNvPr>
          <p:cNvSpPr>
            <a:spLocks xmlns:a="http://schemas.openxmlformats.org/drawingml/2006/main" noGrp="1"/>
          </p:cNvSpPr>
          <p:nvPr/>
        </p:nvSpPr>
        <p:spPr>
          <a:xfrm xmlns:a="http://schemas.openxmlformats.org/drawingml/2006/main">
            <a:off x="8858250" y="9677400"/>
            <a:ext cx="581025" cy="361950"/>
          </a:xfrm>
          <a:prstGeom xmlns:a="http://schemas.openxmlformats.org/drawingml/2006/main" prst="roundRect">
            <a:avLst>
              <a:gd name="adj" fmla="val 15789"/>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63" b="0">
                <a:solidFill>
                  <a:srgbClr val="111111"/>
                </a:solidFill>
                <a:latin typeface="Source Han Sans CN"/>
                <a:ea typeface="Source Han Sans CN"/>
                <a:cs typeface="Source Han Sans CN"/>
              </a:defRPr>
            </a:pPr>
            <a:r>
              <a:rPr sz="1163" b="0">
                <a:solidFill>
                  <a:srgbClr val="111111"/>
                </a:solidFill>
                <a:latin typeface="Source Han Sans CN"/>
                <a:ea typeface="Source Han Sans CN"/>
                <a:cs typeface="Source Han Sans CN"/>
              </a:rPr>
              <a:t>刚度</a:t>
            </a:r>
          </a:p>
        </p:txBody>
      </p:sp>
      <p:sp>
        <p:nvSpPr>
          <p:cNvPr id="198" name="p34_outcome">
            <a:extLst xmlns:a="http://schemas.openxmlformats.org/drawingml/2006/main">
              <a:ext uri="{FF2B5EF4-FFF2-40B4-BE49-F238E27FC236}">
                <a16:creationId xmlns:a16="http://schemas.microsoft.com/office/drawing/2014/main" id="{F77F8969-5BAD-4C39-97F6-0B343697E7B9}"/>
              </a:ext>
            </a:extLst>
          </p:cNvPr>
          <p:cNvSpPr>
            <a:spLocks xmlns:a="http://schemas.openxmlformats.org/drawingml/2006/main" noGrp="1"/>
          </p:cNvSpPr>
          <p:nvPr/>
        </p:nvSpPr>
        <p:spPr>
          <a:xfrm xmlns:a="http://schemas.openxmlformats.org/drawingml/2006/main">
            <a:off x="7600950" y="10220325"/>
            <a:ext cx="1762125" cy="590550"/>
          </a:xfrm>
          <a:prstGeom xmlns:a="http://schemas.openxmlformats.org/drawingml/2006/main" prst="roundRect">
            <a:avLst>
              <a:gd name="adj" fmla="val 12903"/>
            </a:avLst>
          </a:prstGeom>
          <a:solidFill xmlns:a="http://schemas.openxmlformats.org/drawingml/2006/main">
            <a:srgbClr val="FBE7E9"/>
          </a:solidFill>
          <a:ln xmlns:a="http://schemas.openxmlformats.org/drawingml/2006/main" w="11906">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104000"/>
              </a:lnSpc>
              <a:buNone/>
              <a:defRPr sz="1140" b="0">
                <a:solidFill>
                  <a:srgbClr val="111111"/>
                </a:solidFill>
                <a:latin typeface="Source Han Sans CN"/>
                <a:ea typeface="Source Han Sans CN"/>
                <a:cs typeface="Source Han Sans CN"/>
              </a:defRPr>
            </a:pPr>
            <a:r>
              <a:rPr sz="1140" b="0">
                <a:solidFill>
                  <a:srgbClr val="111111"/>
                </a:solidFill>
                <a:latin typeface="Source Han Sans CN"/>
                <a:ea typeface="Source Han Sans CN"/>
                <a:cs typeface="Source Han Sans CN"/>
              </a:rPr>
              <a:t>固定过程中的操作难点</a:t>
            </a:r>
          </a:p>
          <a:p xmlns:a="http://schemas.openxmlformats.org/drawingml/2006/main">
            <a:pPr algn="ctr">
              <a:lnSpc>
                <a:spcPct val="104000"/>
              </a:lnSpc>
              <a:buNone/>
              <a:defRPr sz="1140" b="0">
                <a:solidFill>
                  <a:srgbClr val="111111"/>
                </a:solidFill>
                <a:latin typeface="Source Han Sans CN"/>
                <a:ea typeface="Source Han Sans CN"/>
                <a:cs typeface="Source Han Sans CN"/>
              </a:defRPr>
            </a:pPr>
            <a:r>
              <a:rPr sz="1140" b="0">
                <a:solidFill>
                  <a:srgbClr val="111111"/>
                </a:solidFill>
                <a:latin typeface="Source Han Sans CN"/>
                <a:ea typeface="Source Han Sans CN"/>
                <a:cs typeface="Source Han Sans CN"/>
              </a:rPr>
              <a:t>与安全边界</a:t>
            </a:r>
          </a:p>
        </p:txBody>
      </p:sp>
      <p:sp>
        <p:nvSpPr>
          <p:cNvPr id="199" name="p34_index">
            <a:extLst xmlns:a="http://schemas.openxmlformats.org/drawingml/2006/main">
              <a:ext uri="{FF2B5EF4-FFF2-40B4-BE49-F238E27FC236}">
                <a16:creationId xmlns:a16="http://schemas.microsoft.com/office/drawing/2014/main" id="{26842C8E-9F30-4DFC-8690-D2E0F9D5C817}"/>
              </a:ext>
            </a:extLst>
          </p:cNvPr>
          <p:cNvSpPr>
            <a:spLocks xmlns:a="http://schemas.openxmlformats.org/drawingml/2006/main" noGrp="1"/>
          </p:cNvSpPr>
          <p:nvPr/>
        </p:nvSpPr>
        <p:spPr>
          <a:xfrm xmlns:a="http://schemas.openxmlformats.org/drawingml/2006/main">
            <a:off x="9020175" y="10820400"/>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r">
              <a:lnSpc>
                <a:spcPct val="90000"/>
              </a:lnSpc>
              <a:buNone/>
              <a:defRPr sz="1350" b="1">
                <a:solidFill>
                  <a:srgbClr val="F05A21"/>
                </a:solidFill>
                <a:latin typeface="Source Han Sans CN"/>
                <a:ea typeface="Source Han Sans CN"/>
                <a:cs typeface="Source Han Sans CN"/>
              </a:defRPr>
            </a:pPr>
            <a:r>
              <a:rPr sz="1350" b="1">
                <a:solidFill>
                  <a:srgbClr val="F05A21"/>
                </a:solidFill>
                <a:latin typeface="Source Han Sans CN"/>
                <a:ea typeface="Source Han Sans CN"/>
                <a:cs typeface="Source Han Sans CN"/>
              </a:rPr>
              <a:t>3.4</a:t>
            </a:r>
          </a:p>
        </p:txBody>
      </p:sp>
      <p:sp>
        <p:nvSpPr>
          <p:cNvPr id="200" name="p41_title">
            <a:extLst xmlns:a="http://schemas.openxmlformats.org/drawingml/2006/main">
              <a:ext uri="{FF2B5EF4-FFF2-40B4-BE49-F238E27FC236}">
                <a16:creationId xmlns:a16="http://schemas.microsoft.com/office/drawing/2014/main" id="{BE2FF8B9-2C2D-46E2-B48D-8310062EF5C9}"/>
              </a:ext>
            </a:extLst>
          </p:cNvPr>
          <p:cNvSpPr>
            <a:spLocks xmlns:a="http://schemas.openxmlformats.org/drawingml/2006/main" noGrp="1"/>
          </p:cNvSpPr>
          <p:nvPr/>
        </p:nvSpPr>
        <p:spPr>
          <a:xfrm xmlns:a="http://schemas.openxmlformats.org/drawingml/2006/main">
            <a:off x="762000" y="11439525"/>
            <a:ext cx="2505075" cy="381000"/>
          </a:xfrm>
          <a:prstGeom xmlns:a="http://schemas.openxmlformats.org/drawingml/2006/main" prst="rect">
            <a:avLst/>
          </a:prstGeom>
          <a:solidFill xmlns:a="http://schemas.openxmlformats.org/drawingml/2006/main">
            <a:srgbClr val="FDF1E5"/>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35" b="1">
                <a:solidFill>
                  <a:srgbClr val="111111"/>
                </a:solidFill>
                <a:latin typeface="Source Han Sans CN"/>
                <a:ea typeface="Source Han Sans CN"/>
                <a:cs typeface="Source Han Sans CN"/>
              </a:defRPr>
            </a:pPr>
            <a:r>
              <a:rPr sz="1335" b="1">
                <a:solidFill>
                  <a:srgbClr val="111111"/>
                </a:solidFill>
                <a:latin typeface="Source Han Sans CN"/>
                <a:ea typeface="Source Han Sans CN"/>
                <a:cs typeface="Source Han Sans CN"/>
              </a:rPr>
              <a:t>螺钉固定的稳定机制解析</a:t>
            </a:r>
          </a:p>
        </p:txBody>
      </p:sp>
      <p:sp>
        <p:nvSpPr>
          <p:cNvPr id="201" name="p41_interface">
            <a:extLst xmlns:a="http://schemas.openxmlformats.org/drawingml/2006/main">
              <a:ext uri="{FF2B5EF4-FFF2-40B4-BE49-F238E27FC236}">
                <a16:creationId xmlns:a16="http://schemas.microsoft.com/office/drawing/2014/main" id="{64D83254-C231-4A70-9C45-E82BD16AD33E}"/>
              </a:ext>
            </a:extLst>
          </p:cNvPr>
          <p:cNvSpPr>
            <a:spLocks xmlns:a="http://schemas.openxmlformats.org/drawingml/2006/main" noGrp="1"/>
          </p:cNvSpPr>
          <p:nvPr/>
        </p:nvSpPr>
        <p:spPr>
          <a:xfrm xmlns:a="http://schemas.openxmlformats.org/drawingml/2006/main">
            <a:off x="1314450" y="11934825"/>
            <a:ext cx="1400175" cy="314325"/>
          </a:xfrm>
          <a:prstGeom xmlns:a="http://schemas.openxmlformats.org/drawingml/2006/main" prst="roundRect">
            <a:avLst>
              <a:gd name="adj" fmla="val 18182"/>
            </a:avLst>
          </a:prstGeom>
          <a:solidFill xmlns:a="http://schemas.openxmlformats.org/drawingml/2006/main">
            <a:srgbClr val="E7EFF8"/>
          </a:solidFill>
          <a:ln xmlns:a="http://schemas.openxmlformats.org/drawingml/2006/main" w="8096">
            <a:solidFill>
              <a:srgbClr val="9AAEC8"/>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00" b="0">
                <a:solidFill>
                  <a:srgbClr val="111111"/>
                </a:solidFill>
                <a:latin typeface="Source Han Sans CN"/>
                <a:ea typeface="Source Han Sans CN"/>
                <a:cs typeface="Source Han Sans CN"/>
              </a:defRPr>
            </a:pPr>
            <a:r>
              <a:rPr sz="1200" b="0">
                <a:solidFill>
                  <a:srgbClr val="111111"/>
                </a:solidFill>
                <a:latin typeface="Source Han Sans CN"/>
                <a:ea typeface="Source Han Sans CN"/>
                <a:cs typeface="Source Han Sans CN"/>
              </a:rPr>
              <a:t>骨—钉界面模型</a:t>
            </a:r>
          </a:p>
        </p:txBody>
      </p:sp>
      <p:sp>
        <p:nvSpPr>
          <p:cNvPr id="202" name="p41_stress">
            <a:extLst xmlns:a="http://schemas.openxmlformats.org/drawingml/2006/main">
              <a:ext uri="{FF2B5EF4-FFF2-40B4-BE49-F238E27FC236}">
                <a16:creationId xmlns:a16="http://schemas.microsoft.com/office/drawing/2014/main" id="{55F04162-3189-4C14-8B49-D77889E7224E}"/>
              </a:ext>
            </a:extLst>
          </p:cNvPr>
          <p:cNvSpPr>
            <a:spLocks xmlns:a="http://schemas.openxmlformats.org/drawingml/2006/main" noGrp="1"/>
          </p:cNvSpPr>
          <p:nvPr/>
        </p:nvSpPr>
        <p:spPr>
          <a:xfrm xmlns:a="http://schemas.openxmlformats.org/drawingml/2006/main">
            <a:off x="838200" y="12468225"/>
            <a:ext cx="495300" cy="333375"/>
          </a:xfrm>
          <a:prstGeom xmlns:a="http://schemas.openxmlformats.org/drawingml/2006/main" prst="roundRect">
            <a:avLst>
              <a:gd name="adj" fmla="val 17143"/>
            </a:avLst>
          </a:prstGeom>
          <a:solidFill xmlns:a="http://schemas.openxmlformats.org/drawingml/2006/main">
            <a:srgbClr val="FFF0E3"/>
          </a:solidFill>
          <a:ln xmlns:a="http://schemas.openxmlformats.org/drawingml/2006/main" w="8096">
            <a:solidFill>
              <a:srgbClr val="EFC190"/>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63" b="0">
                <a:solidFill>
                  <a:srgbClr val="111111"/>
                </a:solidFill>
                <a:latin typeface="Source Han Sans CN"/>
                <a:ea typeface="Source Han Sans CN"/>
                <a:cs typeface="Source Han Sans CN"/>
              </a:defRPr>
            </a:pPr>
            <a:r>
              <a:rPr sz="1163" b="0">
                <a:solidFill>
                  <a:srgbClr val="111111"/>
                </a:solidFill>
                <a:latin typeface="Source Han Sans CN"/>
                <a:ea typeface="Source Han Sans CN"/>
                <a:cs typeface="Source Han Sans CN"/>
              </a:rPr>
              <a:t>应力</a:t>
            </a:r>
          </a:p>
        </p:txBody>
      </p:sp>
      <p:sp>
        <p:nvSpPr>
          <p:cNvPr id="203" name="p41_stability">
            <a:extLst xmlns:a="http://schemas.openxmlformats.org/drawingml/2006/main">
              <a:ext uri="{FF2B5EF4-FFF2-40B4-BE49-F238E27FC236}">
                <a16:creationId xmlns:a16="http://schemas.microsoft.com/office/drawing/2014/main" id="{641CD11F-4F8C-450E-9EAC-4845FF05E237}"/>
              </a:ext>
            </a:extLst>
          </p:cNvPr>
          <p:cNvSpPr>
            <a:spLocks xmlns:a="http://schemas.openxmlformats.org/drawingml/2006/main" noGrp="1"/>
          </p:cNvSpPr>
          <p:nvPr/>
        </p:nvSpPr>
        <p:spPr>
          <a:xfrm xmlns:a="http://schemas.openxmlformats.org/drawingml/2006/main">
            <a:off x="1524000" y="12430125"/>
            <a:ext cx="790575" cy="409575"/>
          </a:xfrm>
          <a:prstGeom xmlns:a="http://schemas.openxmlformats.org/drawingml/2006/main" prst="roundRect">
            <a:avLst>
              <a:gd name="adj" fmla="val 13953"/>
            </a:avLst>
          </a:prstGeom>
          <a:solidFill xmlns:a="http://schemas.openxmlformats.org/drawingml/2006/main">
            <a:srgbClr val="FBEBC0"/>
          </a:solidFill>
          <a:ln xmlns:a="http://schemas.openxmlformats.org/drawingml/2006/main" w="8096">
            <a:solidFill>
              <a:srgbClr val="D5AF51"/>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200" b="1">
                <a:solidFill>
                  <a:srgbClr val="111111"/>
                </a:solidFill>
                <a:latin typeface="Source Han Sans CN"/>
                <a:ea typeface="Source Han Sans CN"/>
                <a:cs typeface="Source Han Sans CN"/>
              </a:defRPr>
            </a:pPr>
            <a:r>
              <a:rPr sz="1200" b="1">
                <a:solidFill>
                  <a:srgbClr val="111111"/>
                </a:solidFill>
                <a:latin typeface="Source Han Sans CN"/>
                <a:ea typeface="Source Han Sans CN"/>
                <a:cs typeface="Source Han Sans CN"/>
              </a:rPr>
              <a:t>稳定性</a:t>
            </a:r>
          </a:p>
        </p:txBody>
      </p:sp>
      <p:sp>
        <p:nvSpPr>
          <p:cNvPr id="204" name="p41_displacement">
            <a:extLst xmlns:a="http://schemas.openxmlformats.org/drawingml/2006/main">
              <a:ext uri="{FF2B5EF4-FFF2-40B4-BE49-F238E27FC236}">
                <a16:creationId xmlns:a16="http://schemas.microsoft.com/office/drawing/2014/main" id="{D311FFEE-0345-4BB4-901F-0BE696CC254E}"/>
              </a:ext>
            </a:extLst>
          </p:cNvPr>
          <p:cNvSpPr>
            <a:spLocks xmlns:a="http://schemas.openxmlformats.org/drawingml/2006/main" noGrp="1"/>
          </p:cNvSpPr>
          <p:nvPr/>
        </p:nvSpPr>
        <p:spPr>
          <a:xfrm xmlns:a="http://schemas.openxmlformats.org/drawingml/2006/main">
            <a:off x="2571750" y="12468225"/>
            <a:ext cx="495300" cy="333375"/>
          </a:xfrm>
          <a:prstGeom xmlns:a="http://schemas.openxmlformats.org/drawingml/2006/main" prst="roundRect">
            <a:avLst>
              <a:gd name="adj" fmla="val 17143"/>
            </a:avLst>
          </a:prstGeom>
          <a:solidFill xmlns:a="http://schemas.openxmlformats.org/drawingml/2006/main">
            <a:srgbClr val="FBE7E9"/>
          </a:solidFill>
          <a:ln xmlns:a="http://schemas.openxmlformats.org/drawingml/2006/main" w="8096">
            <a:solidFill>
              <a:srgbClr val="E9A9B0"/>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63" b="0">
                <a:solidFill>
                  <a:srgbClr val="111111"/>
                </a:solidFill>
                <a:latin typeface="Source Han Sans CN"/>
                <a:ea typeface="Source Han Sans CN"/>
                <a:cs typeface="Source Han Sans CN"/>
              </a:defRPr>
            </a:pPr>
            <a:r>
              <a:rPr sz="1163" b="0">
                <a:solidFill>
                  <a:srgbClr val="111111"/>
                </a:solidFill>
                <a:latin typeface="Source Han Sans CN"/>
                <a:ea typeface="Source Han Sans CN"/>
                <a:cs typeface="Source Han Sans CN"/>
              </a:rPr>
              <a:t>位移</a:t>
            </a:r>
          </a:p>
        </p:txBody>
      </p:sp>
      <p:sp>
        <p:nvSpPr>
          <p:cNvPr id="205" name="p41_extract">
            <a:extLst xmlns:a="http://schemas.openxmlformats.org/drawingml/2006/main">
              <a:ext uri="{FF2B5EF4-FFF2-40B4-BE49-F238E27FC236}">
                <a16:creationId xmlns:a16="http://schemas.microsoft.com/office/drawing/2014/main" id="{EAA3DCAE-D38D-4A98-8418-C34135D2BACA}"/>
              </a:ext>
            </a:extLst>
          </p:cNvPr>
          <p:cNvSpPr>
            <a:spLocks xmlns:a="http://schemas.openxmlformats.org/drawingml/2006/main" noGrp="1"/>
          </p:cNvSpPr>
          <p:nvPr/>
        </p:nvSpPr>
        <p:spPr>
          <a:xfrm xmlns:a="http://schemas.openxmlformats.org/drawingml/2006/main">
            <a:off x="866775" y="13192125"/>
            <a:ext cx="981075" cy="352425"/>
          </a:xfrm>
          <a:prstGeom xmlns:a="http://schemas.openxmlformats.org/drawingml/2006/main" prst="roundRect">
            <a:avLst>
              <a:gd name="adj" fmla="val 16216"/>
            </a:avLst>
          </a:prstGeom>
          <a:solidFill xmlns:a="http://schemas.openxmlformats.org/drawingml/2006/main">
            <a:srgbClr val="E6F1E3"/>
          </a:solidFill>
          <a:ln xmlns:a="http://schemas.openxmlformats.org/drawingml/2006/main" w="8096">
            <a:solidFill>
              <a:srgbClr val="9CB88F"/>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10" b="0">
                <a:solidFill>
                  <a:srgbClr val="111111"/>
                </a:solidFill>
                <a:latin typeface="Source Han Sans CN"/>
                <a:ea typeface="Source Han Sans CN"/>
                <a:cs typeface="Source Han Sans CN"/>
              </a:defRPr>
            </a:pPr>
            <a:r>
              <a:rPr sz="1110" b="0">
                <a:solidFill>
                  <a:srgbClr val="111111"/>
                </a:solidFill>
                <a:latin typeface="Source Han Sans CN"/>
                <a:ea typeface="Source Han Sans CN"/>
                <a:cs typeface="Source Han Sans CN"/>
              </a:rPr>
              <a:t>应力提取技术</a:t>
            </a:r>
          </a:p>
        </p:txBody>
      </p:sp>
      <p:sp>
        <p:nvSpPr>
          <p:cNvPr id="206" name="p41_optimize">
            <a:extLst xmlns:a="http://schemas.openxmlformats.org/drawingml/2006/main">
              <a:ext uri="{FF2B5EF4-FFF2-40B4-BE49-F238E27FC236}">
                <a16:creationId xmlns:a16="http://schemas.microsoft.com/office/drawing/2014/main" id="{FBE613CB-8507-4FFA-AB66-341E75AE256E}"/>
              </a:ext>
            </a:extLst>
          </p:cNvPr>
          <p:cNvSpPr>
            <a:spLocks xmlns:a="http://schemas.openxmlformats.org/drawingml/2006/main" noGrp="1"/>
          </p:cNvSpPr>
          <p:nvPr/>
        </p:nvSpPr>
        <p:spPr>
          <a:xfrm xmlns:a="http://schemas.openxmlformats.org/drawingml/2006/main">
            <a:off x="2057400" y="13192125"/>
            <a:ext cx="1000125" cy="352425"/>
          </a:xfrm>
          <a:prstGeom xmlns:a="http://schemas.openxmlformats.org/drawingml/2006/main" prst="roundRect">
            <a:avLst>
              <a:gd name="adj" fmla="val 16216"/>
            </a:avLst>
          </a:prstGeom>
          <a:solidFill xmlns:a="http://schemas.openxmlformats.org/drawingml/2006/main">
            <a:srgbClr val="E6F1E3"/>
          </a:solidFill>
          <a:ln xmlns:a="http://schemas.openxmlformats.org/drawingml/2006/main" w="8096">
            <a:solidFill>
              <a:srgbClr val="9CB88F"/>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10" b="0">
                <a:solidFill>
                  <a:srgbClr val="111111"/>
                </a:solidFill>
                <a:latin typeface="Source Han Sans CN"/>
                <a:ea typeface="Source Han Sans CN"/>
                <a:cs typeface="Source Han Sans CN"/>
              </a:defRPr>
            </a:pPr>
            <a:r>
              <a:rPr sz="1110" b="0">
                <a:solidFill>
                  <a:srgbClr val="111111"/>
                </a:solidFill>
                <a:latin typeface="Source Han Sans CN"/>
                <a:ea typeface="Source Han Sans CN"/>
                <a:cs typeface="Source Han Sans CN"/>
              </a:rPr>
              <a:t>固定策略优化</a:t>
            </a:r>
          </a:p>
        </p:txBody>
      </p:sp>
      <p:sp>
        <p:nvSpPr>
          <p:cNvPr id="207" name="p41_index">
            <a:extLst xmlns:a="http://schemas.openxmlformats.org/drawingml/2006/main">
              <a:ext uri="{FF2B5EF4-FFF2-40B4-BE49-F238E27FC236}">
                <a16:creationId xmlns:a16="http://schemas.microsoft.com/office/drawing/2014/main" id="{A42C5AC8-60DF-4828-8D23-2EDDC1FBF9AF}"/>
              </a:ext>
            </a:extLst>
          </p:cNvPr>
          <p:cNvSpPr>
            <a:spLocks xmlns:a="http://schemas.openxmlformats.org/drawingml/2006/main" noGrp="1"/>
          </p:cNvSpPr>
          <p:nvPr/>
        </p:nvSpPr>
        <p:spPr>
          <a:xfrm xmlns:a="http://schemas.openxmlformats.org/drawingml/2006/main">
            <a:off x="2838450" y="13573125"/>
            <a:ext cx="352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r">
              <a:lnSpc>
                <a:spcPct val="90000"/>
              </a:lnSpc>
              <a:buNone/>
              <a:defRPr sz="1350" b="1">
                <a:solidFill>
                  <a:srgbClr val="F05A21"/>
                </a:solidFill>
                <a:latin typeface="Source Han Sans CN"/>
                <a:ea typeface="Source Han Sans CN"/>
                <a:cs typeface="Source Han Sans CN"/>
              </a:defRPr>
            </a:pPr>
            <a:r>
              <a:rPr sz="1350" b="1">
                <a:solidFill>
                  <a:srgbClr val="F05A21"/>
                </a:solidFill>
                <a:latin typeface="Source Han Sans CN"/>
                <a:ea typeface="Source Han Sans CN"/>
                <a:cs typeface="Source Han Sans CN"/>
              </a:rPr>
              <a:t>4.1</a:t>
            </a:r>
          </a:p>
        </p:txBody>
      </p:sp>
      <p:sp>
        <p:nvSpPr>
          <p:cNvPr id="208" name="p42_title">
            <a:extLst xmlns:a="http://schemas.openxmlformats.org/drawingml/2006/main">
              <a:ext uri="{FF2B5EF4-FFF2-40B4-BE49-F238E27FC236}">
                <a16:creationId xmlns:a16="http://schemas.microsoft.com/office/drawing/2014/main" id="{A9192201-F23C-4AAC-89E0-40C6A65591E4}"/>
              </a:ext>
            </a:extLst>
          </p:cNvPr>
          <p:cNvSpPr>
            <a:spLocks xmlns:a="http://schemas.openxmlformats.org/drawingml/2006/main" noGrp="1"/>
          </p:cNvSpPr>
          <p:nvPr/>
        </p:nvSpPr>
        <p:spPr>
          <a:xfrm xmlns:a="http://schemas.openxmlformats.org/drawingml/2006/main">
            <a:off x="3829050" y="11458575"/>
            <a:ext cx="2466975" cy="361950"/>
          </a:xfrm>
          <a:prstGeom xmlns:a="http://schemas.openxmlformats.org/drawingml/2006/main" prst="rect">
            <a:avLst/>
          </a:prstGeom>
          <a:solidFill xmlns:a="http://schemas.openxmlformats.org/drawingml/2006/main">
            <a:srgbClr val="FDF1E5"/>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13" b="1">
                <a:solidFill>
                  <a:srgbClr val="111111"/>
                </a:solidFill>
                <a:latin typeface="Source Han Sans CN"/>
                <a:ea typeface="Source Han Sans CN"/>
                <a:cs typeface="Source Han Sans CN"/>
              </a:defRPr>
            </a:pPr>
            <a:r>
              <a:rPr sz="1313" b="1">
                <a:solidFill>
                  <a:srgbClr val="111111"/>
                </a:solidFill>
                <a:latin typeface="Source Han Sans CN"/>
                <a:ea typeface="Source Han Sans CN"/>
                <a:cs typeface="Source Han Sans CN"/>
              </a:rPr>
              <a:t>单皮质固定效果预测</a:t>
            </a:r>
          </a:p>
        </p:txBody>
      </p:sp>
      <p:sp>
        <p:nvSpPr>
          <p:cNvPr id="209" name="p42_stress">
            <a:extLst xmlns:a="http://schemas.openxmlformats.org/drawingml/2006/main">
              <a:ext uri="{FF2B5EF4-FFF2-40B4-BE49-F238E27FC236}">
                <a16:creationId xmlns:a16="http://schemas.microsoft.com/office/drawing/2014/main" id="{21AD897F-7506-4524-9A04-861063CF2C2D}"/>
              </a:ext>
            </a:extLst>
          </p:cNvPr>
          <p:cNvSpPr>
            <a:spLocks xmlns:a="http://schemas.openxmlformats.org/drawingml/2006/main" noGrp="1"/>
          </p:cNvSpPr>
          <p:nvPr/>
        </p:nvSpPr>
        <p:spPr>
          <a:xfrm xmlns:a="http://schemas.openxmlformats.org/drawingml/2006/main">
            <a:off x="3876675" y="11925300"/>
            <a:ext cx="638175" cy="285750"/>
          </a:xfrm>
          <a:prstGeom xmlns:a="http://schemas.openxmlformats.org/drawingml/2006/main" prst="roundRect">
            <a:avLst>
              <a:gd name="adj" fmla="val 20000"/>
            </a:avLst>
          </a:prstGeom>
          <a:solidFill xmlns:a="http://schemas.openxmlformats.org/drawingml/2006/main">
            <a:srgbClr val="FBEBC0"/>
          </a:solidFill>
          <a:ln xmlns:a="http://schemas.openxmlformats.org/drawingml/2006/main" w="8096">
            <a:solidFill>
              <a:srgbClr val="D5AF51"/>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58" b="0">
                <a:solidFill>
                  <a:srgbClr val="111111"/>
                </a:solidFill>
                <a:latin typeface="Source Han Sans CN"/>
                <a:ea typeface="Source Han Sans CN"/>
                <a:cs typeface="Source Han Sans CN"/>
              </a:defRPr>
            </a:pPr>
            <a:r>
              <a:rPr sz="1058" b="0">
                <a:solidFill>
                  <a:srgbClr val="111111"/>
                </a:solidFill>
                <a:latin typeface="Source Han Sans CN"/>
                <a:ea typeface="Source Han Sans CN"/>
                <a:cs typeface="Source Han Sans CN"/>
              </a:rPr>
              <a:t>骨质应力</a:t>
            </a:r>
          </a:p>
        </p:txBody>
      </p:sp>
      <p:sp>
        <p:nvSpPr>
          <p:cNvPr id="210" name="p42_plus_1">
            <a:extLst xmlns:a="http://schemas.openxmlformats.org/drawingml/2006/main">
              <a:ext uri="{FF2B5EF4-FFF2-40B4-BE49-F238E27FC236}">
                <a16:creationId xmlns:a16="http://schemas.microsoft.com/office/drawing/2014/main" id="{7BB85388-3037-4B67-9DC2-43361956B453}"/>
              </a:ext>
            </a:extLst>
          </p:cNvPr>
          <p:cNvSpPr>
            <a:spLocks xmlns:a="http://schemas.openxmlformats.org/drawingml/2006/main" noGrp="1"/>
          </p:cNvSpPr>
          <p:nvPr/>
        </p:nvSpPr>
        <p:spPr>
          <a:xfrm xmlns:a="http://schemas.openxmlformats.org/drawingml/2006/main">
            <a:off x="4543425" y="11934825"/>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500" b="1">
                <a:solidFill>
                  <a:srgbClr val="111111"/>
                </a:solidFill>
                <a:latin typeface="Source Han Sans CN"/>
                <a:ea typeface="Source Han Sans CN"/>
                <a:cs typeface="Source Han Sans CN"/>
              </a:defRPr>
            </a:pPr>
            <a:r>
              <a:rPr sz="1500" b="1">
                <a:solidFill>
                  <a:srgbClr val="111111"/>
                </a:solidFill>
                <a:latin typeface="Source Han Sans CN"/>
                <a:ea typeface="Source Han Sans CN"/>
                <a:cs typeface="Source Han Sans CN"/>
              </a:rPr>
              <a:t>+</a:t>
            </a:r>
          </a:p>
        </p:txBody>
      </p:sp>
      <p:sp>
        <p:nvSpPr>
          <p:cNvPr id="211" name="p42_length">
            <a:extLst xmlns:a="http://schemas.openxmlformats.org/drawingml/2006/main">
              <a:ext uri="{FF2B5EF4-FFF2-40B4-BE49-F238E27FC236}">
                <a16:creationId xmlns:a16="http://schemas.microsoft.com/office/drawing/2014/main" id="{9FAFFB88-8C4E-4A73-ABB3-DBA804CF66EF}"/>
              </a:ext>
            </a:extLst>
          </p:cNvPr>
          <p:cNvSpPr>
            <a:spLocks xmlns:a="http://schemas.openxmlformats.org/drawingml/2006/main" noGrp="1"/>
          </p:cNvSpPr>
          <p:nvPr/>
        </p:nvSpPr>
        <p:spPr>
          <a:xfrm xmlns:a="http://schemas.openxmlformats.org/drawingml/2006/main">
            <a:off x="4724400" y="11925300"/>
            <a:ext cx="666750" cy="285750"/>
          </a:xfrm>
          <a:prstGeom xmlns:a="http://schemas.openxmlformats.org/drawingml/2006/main" prst="roundRect">
            <a:avLst>
              <a:gd name="adj" fmla="val 20000"/>
            </a:avLst>
          </a:prstGeom>
          <a:solidFill xmlns:a="http://schemas.openxmlformats.org/drawingml/2006/main">
            <a:srgbClr val="FBEBC0"/>
          </a:solidFill>
          <a:ln xmlns:a="http://schemas.openxmlformats.org/drawingml/2006/main" w="8096">
            <a:solidFill>
              <a:srgbClr val="D5AF51"/>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58" b="0">
                <a:solidFill>
                  <a:srgbClr val="111111"/>
                </a:solidFill>
                <a:latin typeface="Source Han Sans CN"/>
                <a:ea typeface="Source Han Sans CN"/>
                <a:cs typeface="Source Han Sans CN"/>
              </a:defRPr>
            </a:pPr>
            <a:r>
              <a:rPr sz="1058" b="0">
                <a:solidFill>
                  <a:srgbClr val="111111"/>
                </a:solidFill>
                <a:latin typeface="Source Han Sans CN"/>
                <a:ea typeface="Source Han Sans CN"/>
                <a:cs typeface="Source Han Sans CN"/>
              </a:rPr>
              <a:t>钉长变化</a:t>
            </a:r>
          </a:p>
        </p:txBody>
      </p:sp>
      <p:sp>
        <p:nvSpPr>
          <p:cNvPr id="212" name="p42_plus_2">
            <a:extLst xmlns:a="http://schemas.openxmlformats.org/drawingml/2006/main">
              <a:ext uri="{FF2B5EF4-FFF2-40B4-BE49-F238E27FC236}">
                <a16:creationId xmlns:a16="http://schemas.microsoft.com/office/drawing/2014/main" id="{EC24F343-E043-4377-8827-1733BDBFD624}"/>
              </a:ext>
            </a:extLst>
          </p:cNvPr>
          <p:cNvSpPr>
            <a:spLocks xmlns:a="http://schemas.openxmlformats.org/drawingml/2006/main" noGrp="1"/>
          </p:cNvSpPr>
          <p:nvPr/>
        </p:nvSpPr>
        <p:spPr>
          <a:xfrm xmlns:a="http://schemas.openxmlformats.org/drawingml/2006/main">
            <a:off x="5410200" y="11934825"/>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500" b="1">
                <a:solidFill>
                  <a:srgbClr val="111111"/>
                </a:solidFill>
                <a:latin typeface="Source Han Sans CN"/>
                <a:ea typeface="Source Han Sans CN"/>
                <a:cs typeface="Source Han Sans CN"/>
              </a:defRPr>
            </a:pPr>
            <a:r>
              <a:rPr sz="1500" b="1">
                <a:solidFill>
                  <a:srgbClr val="111111"/>
                </a:solidFill>
                <a:latin typeface="Source Han Sans CN"/>
                <a:ea typeface="Source Han Sans CN"/>
                <a:cs typeface="Source Han Sans CN"/>
              </a:rPr>
              <a:t>+</a:t>
            </a:r>
          </a:p>
        </p:txBody>
      </p:sp>
      <p:sp>
        <p:nvSpPr>
          <p:cNvPr id="213" name="p42_diameter">
            <a:extLst xmlns:a="http://schemas.openxmlformats.org/drawingml/2006/main">
              <a:ext uri="{FF2B5EF4-FFF2-40B4-BE49-F238E27FC236}">
                <a16:creationId xmlns:a16="http://schemas.microsoft.com/office/drawing/2014/main" id="{6FCC5C3C-7313-4E3B-A281-256FBBF8775F}"/>
              </a:ext>
            </a:extLst>
          </p:cNvPr>
          <p:cNvSpPr>
            <a:spLocks xmlns:a="http://schemas.openxmlformats.org/drawingml/2006/main" noGrp="1"/>
          </p:cNvSpPr>
          <p:nvPr/>
        </p:nvSpPr>
        <p:spPr>
          <a:xfrm xmlns:a="http://schemas.openxmlformats.org/drawingml/2006/main">
            <a:off x="5600700" y="11925300"/>
            <a:ext cx="638175" cy="285750"/>
          </a:xfrm>
          <a:prstGeom xmlns:a="http://schemas.openxmlformats.org/drawingml/2006/main" prst="roundRect">
            <a:avLst>
              <a:gd name="adj" fmla="val 20000"/>
            </a:avLst>
          </a:prstGeom>
          <a:solidFill xmlns:a="http://schemas.openxmlformats.org/drawingml/2006/main">
            <a:srgbClr val="FBEBC0"/>
          </a:solidFill>
          <a:ln xmlns:a="http://schemas.openxmlformats.org/drawingml/2006/main" w="8096">
            <a:solidFill>
              <a:srgbClr val="D5AF51"/>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58" b="0">
                <a:solidFill>
                  <a:srgbClr val="111111"/>
                </a:solidFill>
                <a:latin typeface="Source Han Sans CN"/>
                <a:ea typeface="Source Han Sans CN"/>
                <a:cs typeface="Source Han Sans CN"/>
              </a:defRPr>
            </a:pPr>
            <a:r>
              <a:rPr sz="1058" b="0">
                <a:solidFill>
                  <a:srgbClr val="111111"/>
                </a:solidFill>
                <a:latin typeface="Source Han Sans CN"/>
                <a:ea typeface="Source Han Sans CN"/>
                <a:cs typeface="Source Han Sans CN"/>
              </a:rPr>
              <a:t>钉径变化</a:t>
            </a:r>
          </a:p>
        </p:txBody>
      </p:sp>
      <p:sp>
        <p:nvSpPr>
          <p:cNvPr id="214" name="p42_formula">
            <a:extLst xmlns:a="http://schemas.openxmlformats.org/drawingml/2006/main">
              <a:ext uri="{FF2B5EF4-FFF2-40B4-BE49-F238E27FC236}">
                <a16:creationId xmlns:a16="http://schemas.microsoft.com/office/drawing/2014/main" id="{6C2D70EA-ABD1-4407-9075-343FF4060DDD}"/>
              </a:ext>
            </a:extLst>
          </p:cNvPr>
          <p:cNvSpPr>
            <a:spLocks xmlns:a="http://schemas.openxmlformats.org/drawingml/2006/main" noGrp="1"/>
          </p:cNvSpPr>
          <p:nvPr/>
        </p:nvSpPr>
        <p:spPr>
          <a:xfrm xmlns:a="http://schemas.openxmlformats.org/drawingml/2006/main">
            <a:off x="4152900" y="12344400"/>
            <a:ext cx="4286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906">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50" b="0">
                <a:solidFill>
                  <a:srgbClr val="111111"/>
                </a:solidFill>
                <a:latin typeface="Source Han Sans CN"/>
                <a:ea typeface="Source Han Sans CN"/>
                <a:cs typeface="Source Han Sans CN"/>
              </a:defRPr>
            </a:pPr>
            <a:r>
              <a:rPr sz="1050" b="0">
                <a:solidFill>
                  <a:srgbClr val="111111"/>
                </a:solidFill>
                <a:latin typeface="Source Han Sans CN"/>
                <a:ea typeface="Source Han Sans CN"/>
                <a:cs typeface="Source Han Sans CN"/>
              </a:rPr>
              <a:t>公式</a:t>
            </a:r>
          </a:p>
        </p:txBody>
      </p:sp>
      <p:sp>
        <p:nvSpPr>
          <p:cNvPr id="215" name="p42_prediction">
            <a:extLst xmlns:a="http://schemas.openxmlformats.org/drawingml/2006/main">
              <a:ext uri="{FF2B5EF4-FFF2-40B4-BE49-F238E27FC236}">
                <a16:creationId xmlns:a16="http://schemas.microsoft.com/office/drawing/2014/main" id="{E9FE50AD-C925-4A88-A017-375CAF5B69D8}"/>
              </a:ext>
            </a:extLst>
          </p:cNvPr>
          <p:cNvSpPr>
            <a:spLocks xmlns:a="http://schemas.openxmlformats.org/drawingml/2006/main" noGrp="1"/>
          </p:cNvSpPr>
          <p:nvPr/>
        </p:nvSpPr>
        <p:spPr>
          <a:xfrm xmlns:a="http://schemas.openxmlformats.org/drawingml/2006/main">
            <a:off x="4838700" y="12334875"/>
            <a:ext cx="1304925" cy="314325"/>
          </a:xfrm>
          <a:prstGeom xmlns:a="http://schemas.openxmlformats.org/drawingml/2006/main" prst="roundRect">
            <a:avLst>
              <a:gd name="adj" fmla="val 18182"/>
            </a:avLst>
          </a:prstGeom>
          <a:solidFill xmlns:a="http://schemas.openxmlformats.org/drawingml/2006/main">
            <a:srgbClr val="EEE2F8"/>
          </a:solidFill>
          <a:ln xmlns:a="http://schemas.openxmlformats.org/drawingml/2006/main" w="8096">
            <a:solidFill>
              <a:srgbClr val="A98BC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28" b="0">
                <a:solidFill>
                  <a:srgbClr val="111111"/>
                </a:solidFill>
                <a:latin typeface="Source Han Sans CN"/>
                <a:ea typeface="Source Han Sans CN"/>
                <a:cs typeface="Source Han Sans CN"/>
              </a:defRPr>
            </a:pPr>
            <a:r>
              <a:rPr sz="1028" b="0">
                <a:solidFill>
                  <a:srgbClr val="111111"/>
                </a:solidFill>
                <a:latin typeface="Source Han Sans CN"/>
                <a:ea typeface="Source Han Sans CN"/>
                <a:cs typeface="Source Han Sans CN"/>
              </a:rPr>
              <a:t>预测稳定性响应幅度</a:t>
            </a:r>
          </a:p>
        </p:txBody>
      </p:sp>
      <p:sp>
        <p:nvSpPr>
          <p:cNvPr id="216" name="p42_index">
            <a:extLst xmlns:a="http://schemas.openxmlformats.org/drawingml/2006/main">
              <a:ext uri="{FF2B5EF4-FFF2-40B4-BE49-F238E27FC236}">
                <a16:creationId xmlns:a16="http://schemas.microsoft.com/office/drawing/2014/main" id="{5D2E2319-1A0E-4C07-8619-BBDDE88A8E34}"/>
              </a:ext>
            </a:extLst>
          </p:cNvPr>
          <p:cNvSpPr>
            <a:spLocks xmlns:a="http://schemas.openxmlformats.org/drawingml/2006/main" noGrp="1"/>
          </p:cNvSpPr>
          <p:nvPr/>
        </p:nvSpPr>
        <p:spPr>
          <a:xfrm xmlns:a="http://schemas.openxmlformats.org/drawingml/2006/main">
            <a:off x="3848100" y="12525375"/>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l">
              <a:lnSpc>
                <a:spcPct val="90000"/>
              </a:lnSpc>
              <a:buNone/>
              <a:defRPr sz="1350" b="1">
                <a:solidFill>
                  <a:srgbClr val="F05A21"/>
                </a:solidFill>
                <a:latin typeface="Source Han Sans CN"/>
                <a:ea typeface="Source Han Sans CN"/>
                <a:cs typeface="Source Han Sans CN"/>
              </a:defRPr>
            </a:pPr>
            <a:r>
              <a:rPr sz="1350" b="1">
                <a:solidFill>
                  <a:srgbClr val="F05A21"/>
                </a:solidFill>
                <a:latin typeface="Source Han Sans CN"/>
                <a:ea typeface="Source Han Sans CN"/>
                <a:cs typeface="Source Han Sans CN"/>
              </a:rPr>
              <a:t>4.2</a:t>
            </a:r>
          </a:p>
        </p:txBody>
      </p:sp>
      <p:sp>
        <p:nvSpPr>
          <p:cNvPr id="217" name="p43_title">
            <a:extLst xmlns:a="http://schemas.openxmlformats.org/drawingml/2006/main">
              <a:ext uri="{FF2B5EF4-FFF2-40B4-BE49-F238E27FC236}">
                <a16:creationId xmlns:a16="http://schemas.microsoft.com/office/drawing/2014/main" id="{4F7BA717-3BF1-4549-83B7-0EC198578F77}"/>
              </a:ext>
            </a:extLst>
          </p:cNvPr>
          <p:cNvSpPr>
            <a:spLocks xmlns:a="http://schemas.openxmlformats.org/drawingml/2006/main" noGrp="1"/>
          </p:cNvSpPr>
          <p:nvPr/>
        </p:nvSpPr>
        <p:spPr>
          <a:xfrm xmlns:a="http://schemas.openxmlformats.org/drawingml/2006/main">
            <a:off x="6496050" y="11458575"/>
            <a:ext cx="2867025" cy="361950"/>
          </a:xfrm>
          <a:prstGeom xmlns:a="http://schemas.openxmlformats.org/drawingml/2006/main" prst="rect">
            <a:avLst/>
          </a:prstGeom>
          <a:solidFill xmlns:a="http://schemas.openxmlformats.org/drawingml/2006/main">
            <a:srgbClr val="FDF1E5"/>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13" b="1">
                <a:solidFill>
                  <a:srgbClr val="111111"/>
                </a:solidFill>
                <a:latin typeface="Source Han Sans CN"/>
                <a:ea typeface="Source Han Sans CN"/>
                <a:cs typeface="Source Han Sans CN"/>
              </a:defRPr>
            </a:pPr>
            <a:r>
              <a:rPr sz="1313" b="1">
                <a:solidFill>
                  <a:srgbClr val="111111"/>
                </a:solidFill>
                <a:latin typeface="Source Han Sans CN"/>
                <a:ea typeface="Source Han Sans CN"/>
                <a:cs typeface="Source Han Sans CN"/>
              </a:rPr>
              <a:t>双皮质固定效果预测</a:t>
            </a:r>
          </a:p>
        </p:txBody>
      </p:sp>
      <p:sp>
        <p:nvSpPr>
          <p:cNvPr id="218" name="p43_stress">
            <a:extLst xmlns:a="http://schemas.openxmlformats.org/drawingml/2006/main">
              <a:ext uri="{FF2B5EF4-FFF2-40B4-BE49-F238E27FC236}">
                <a16:creationId xmlns:a16="http://schemas.microsoft.com/office/drawing/2014/main" id="{A0E5A009-FB0E-4C6D-8897-DF63EA56E055}"/>
              </a:ext>
            </a:extLst>
          </p:cNvPr>
          <p:cNvSpPr>
            <a:spLocks xmlns:a="http://schemas.openxmlformats.org/drawingml/2006/main" noGrp="1"/>
          </p:cNvSpPr>
          <p:nvPr/>
        </p:nvSpPr>
        <p:spPr>
          <a:xfrm xmlns:a="http://schemas.openxmlformats.org/drawingml/2006/main">
            <a:off x="6553200" y="11925300"/>
            <a:ext cx="647700" cy="285750"/>
          </a:xfrm>
          <a:prstGeom xmlns:a="http://schemas.openxmlformats.org/drawingml/2006/main" prst="roundRect">
            <a:avLst>
              <a:gd name="adj" fmla="val 20000"/>
            </a:avLst>
          </a:prstGeom>
          <a:solidFill xmlns:a="http://schemas.openxmlformats.org/drawingml/2006/main">
            <a:srgbClr val="FBEBC0"/>
          </a:solidFill>
          <a:ln xmlns:a="http://schemas.openxmlformats.org/drawingml/2006/main" w="8096">
            <a:solidFill>
              <a:srgbClr val="D5AF51"/>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58" b="0">
                <a:solidFill>
                  <a:srgbClr val="111111"/>
                </a:solidFill>
                <a:latin typeface="Source Han Sans CN"/>
                <a:ea typeface="Source Han Sans CN"/>
                <a:cs typeface="Source Han Sans CN"/>
              </a:defRPr>
            </a:pPr>
            <a:r>
              <a:rPr sz="1058" b="0">
                <a:solidFill>
                  <a:srgbClr val="111111"/>
                </a:solidFill>
                <a:latin typeface="Source Han Sans CN"/>
                <a:ea typeface="Source Han Sans CN"/>
                <a:cs typeface="Source Han Sans CN"/>
              </a:rPr>
              <a:t>皮质应力</a:t>
            </a:r>
          </a:p>
        </p:txBody>
      </p:sp>
      <p:sp>
        <p:nvSpPr>
          <p:cNvPr id="219" name="p43_plus_1">
            <a:extLst xmlns:a="http://schemas.openxmlformats.org/drawingml/2006/main">
              <a:ext uri="{FF2B5EF4-FFF2-40B4-BE49-F238E27FC236}">
                <a16:creationId xmlns:a16="http://schemas.microsoft.com/office/drawing/2014/main" id="{4E2060DB-63CB-4DCD-A947-211CC67B7E8E}"/>
              </a:ext>
            </a:extLst>
          </p:cNvPr>
          <p:cNvSpPr>
            <a:spLocks xmlns:a="http://schemas.openxmlformats.org/drawingml/2006/main" noGrp="1"/>
          </p:cNvSpPr>
          <p:nvPr/>
        </p:nvSpPr>
        <p:spPr>
          <a:xfrm xmlns:a="http://schemas.openxmlformats.org/drawingml/2006/main">
            <a:off x="7229475" y="11934825"/>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500" b="1">
                <a:solidFill>
                  <a:srgbClr val="111111"/>
                </a:solidFill>
                <a:latin typeface="Source Han Sans CN"/>
                <a:ea typeface="Source Han Sans CN"/>
                <a:cs typeface="Source Han Sans CN"/>
              </a:defRPr>
            </a:pPr>
            <a:r>
              <a:rPr sz="1500" b="1">
                <a:solidFill>
                  <a:srgbClr val="111111"/>
                </a:solidFill>
                <a:latin typeface="Source Han Sans CN"/>
                <a:ea typeface="Source Han Sans CN"/>
                <a:cs typeface="Source Han Sans CN"/>
              </a:rPr>
              <a:t>+</a:t>
            </a:r>
          </a:p>
        </p:txBody>
      </p:sp>
      <p:sp>
        <p:nvSpPr>
          <p:cNvPr id="220" name="p43_length">
            <a:extLst xmlns:a="http://schemas.openxmlformats.org/drawingml/2006/main">
              <a:ext uri="{FF2B5EF4-FFF2-40B4-BE49-F238E27FC236}">
                <a16:creationId xmlns:a16="http://schemas.microsoft.com/office/drawing/2014/main" id="{91FC91C3-D26F-407F-9A7C-AC405D99EA72}"/>
              </a:ext>
            </a:extLst>
          </p:cNvPr>
          <p:cNvSpPr>
            <a:spLocks xmlns:a="http://schemas.openxmlformats.org/drawingml/2006/main" noGrp="1"/>
          </p:cNvSpPr>
          <p:nvPr/>
        </p:nvSpPr>
        <p:spPr>
          <a:xfrm xmlns:a="http://schemas.openxmlformats.org/drawingml/2006/main">
            <a:off x="7419975" y="11925300"/>
            <a:ext cx="714375" cy="285750"/>
          </a:xfrm>
          <a:prstGeom xmlns:a="http://schemas.openxmlformats.org/drawingml/2006/main" prst="roundRect">
            <a:avLst>
              <a:gd name="adj" fmla="val 20000"/>
            </a:avLst>
          </a:prstGeom>
          <a:solidFill xmlns:a="http://schemas.openxmlformats.org/drawingml/2006/main">
            <a:srgbClr val="FBEBC0"/>
          </a:solidFill>
          <a:ln xmlns:a="http://schemas.openxmlformats.org/drawingml/2006/main" w="8096">
            <a:solidFill>
              <a:srgbClr val="D5AF51"/>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58" b="0">
                <a:solidFill>
                  <a:srgbClr val="111111"/>
                </a:solidFill>
                <a:latin typeface="Source Han Sans CN"/>
                <a:ea typeface="Source Han Sans CN"/>
                <a:cs typeface="Source Han Sans CN"/>
              </a:defRPr>
            </a:pPr>
            <a:r>
              <a:rPr sz="1058" b="0">
                <a:solidFill>
                  <a:srgbClr val="111111"/>
                </a:solidFill>
                <a:latin typeface="Source Han Sans CN"/>
                <a:ea typeface="Source Han Sans CN"/>
                <a:cs typeface="Source Han Sans CN"/>
              </a:rPr>
              <a:t>穿透长度</a:t>
            </a:r>
          </a:p>
        </p:txBody>
      </p:sp>
      <p:sp>
        <p:nvSpPr>
          <p:cNvPr id="221" name="p43_plus_2">
            <a:extLst xmlns:a="http://schemas.openxmlformats.org/drawingml/2006/main">
              <a:ext uri="{FF2B5EF4-FFF2-40B4-BE49-F238E27FC236}">
                <a16:creationId xmlns:a16="http://schemas.microsoft.com/office/drawing/2014/main" id="{BE420CE0-3709-4A31-9D67-6672265D5AB4}"/>
              </a:ext>
            </a:extLst>
          </p:cNvPr>
          <p:cNvSpPr>
            <a:spLocks xmlns:a="http://schemas.openxmlformats.org/drawingml/2006/main" noGrp="1"/>
          </p:cNvSpPr>
          <p:nvPr/>
        </p:nvSpPr>
        <p:spPr>
          <a:xfrm xmlns:a="http://schemas.openxmlformats.org/drawingml/2006/main">
            <a:off x="8172450" y="11934825"/>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500" b="1">
                <a:solidFill>
                  <a:srgbClr val="111111"/>
                </a:solidFill>
                <a:latin typeface="Source Han Sans CN"/>
                <a:ea typeface="Source Han Sans CN"/>
                <a:cs typeface="Source Han Sans CN"/>
              </a:defRPr>
            </a:pPr>
            <a:r>
              <a:rPr sz="1500" b="1">
                <a:solidFill>
                  <a:srgbClr val="111111"/>
                </a:solidFill>
                <a:latin typeface="Source Han Sans CN"/>
                <a:ea typeface="Source Han Sans CN"/>
                <a:cs typeface="Source Han Sans CN"/>
              </a:rPr>
              <a:t>+</a:t>
            </a:r>
          </a:p>
        </p:txBody>
      </p:sp>
      <p:sp>
        <p:nvSpPr>
          <p:cNvPr id="222" name="p43_angle">
            <a:extLst xmlns:a="http://schemas.openxmlformats.org/drawingml/2006/main">
              <a:ext uri="{FF2B5EF4-FFF2-40B4-BE49-F238E27FC236}">
                <a16:creationId xmlns:a16="http://schemas.microsoft.com/office/drawing/2014/main" id="{1D7F59C2-5941-4852-BFC6-29A0DAF1E32A}"/>
              </a:ext>
            </a:extLst>
          </p:cNvPr>
          <p:cNvSpPr>
            <a:spLocks xmlns:a="http://schemas.openxmlformats.org/drawingml/2006/main" noGrp="1"/>
          </p:cNvSpPr>
          <p:nvPr/>
        </p:nvSpPr>
        <p:spPr>
          <a:xfrm xmlns:a="http://schemas.openxmlformats.org/drawingml/2006/main">
            <a:off x="8372475" y="11925300"/>
            <a:ext cx="723900" cy="285750"/>
          </a:xfrm>
          <a:prstGeom xmlns:a="http://schemas.openxmlformats.org/drawingml/2006/main" prst="roundRect">
            <a:avLst>
              <a:gd name="adj" fmla="val 20000"/>
            </a:avLst>
          </a:prstGeom>
          <a:solidFill xmlns:a="http://schemas.openxmlformats.org/drawingml/2006/main">
            <a:srgbClr val="FBEBC0"/>
          </a:solidFill>
          <a:ln xmlns:a="http://schemas.openxmlformats.org/drawingml/2006/main" w="8096">
            <a:solidFill>
              <a:srgbClr val="D5AF51"/>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58" b="0">
                <a:solidFill>
                  <a:srgbClr val="111111"/>
                </a:solidFill>
                <a:latin typeface="Source Han Sans CN"/>
                <a:ea typeface="Source Han Sans CN"/>
                <a:cs typeface="Source Han Sans CN"/>
              </a:defRPr>
            </a:pPr>
            <a:r>
              <a:rPr sz="1058" b="0">
                <a:solidFill>
                  <a:srgbClr val="111111"/>
                </a:solidFill>
                <a:latin typeface="Source Han Sans CN"/>
                <a:ea typeface="Source Han Sans CN"/>
                <a:cs typeface="Source Han Sans CN"/>
              </a:rPr>
              <a:t>轨迹角度</a:t>
            </a:r>
          </a:p>
        </p:txBody>
      </p:sp>
      <p:sp>
        <p:nvSpPr>
          <p:cNvPr id="223" name="p43_formula">
            <a:extLst xmlns:a="http://schemas.openxmlformats.org/drawingml/2006/main">
              <a:ext uri="{FF2B5EF4-FFF2-40B4-BE49-F238E27FC236}">
                <a16:creationId xmlns:a16="http://schemas.microsoft.com/office/drawing/2014/main" id="{8CA62F0D-B587-457F-A7C1-8A8D88B2AB17}"/>
              </a:ext>
            </a:extLst>
          </p:cNvPr>
          <p:cNvSpPr>
            <a:spLocks xmlns:a="http://schemas.openxmlformats.org/drawingml/2006/main" noGrp="1"/>
          </p:cNvSpPr>
          <p:nvPr/>
        </p:nvSpPr>
        <p:spPr>
          <a:xfrm xmlns:a="http://schemas.openxmlformats.org/drawingml/2006/main">
            <a:off x="6848475" y="12344400"/>
            <a:ext cx="428625" cy="295275"/>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1906">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50" b="0">
                <a:solidFill>
                  <a:srgbClr val="111111"/>
                </a:solidFill>
                <a:latin typeface="Source Han Sans CN"/>
                <a:ea typeface="Source Han Sans CN"/>
                <a:cs typeface="Source Han Sans CN"/>
              </a:defRPr>
            </a:pPr>
            <a:r>
              <a:rPr sz="1050" b="0">
                <a:solidFill>
                  <a:srgbClr val="111111"/>
                </a:solidFill>
                <a:latin typeface="Source Han Sans CN"/>
                <a:ea typeface="Source Han Sans CN"/>
                <a:cs typeface="Source Han Sans CN"/>
              </a:rPr>
              <a:t>公式</a:t>
            </a:r>
          </a:p>
        </p:txBody>
      </p:sp>
      <p:sp>
        <p:nvSpPr>
          <p:cNvPr id="224" name="p43_prediction">
            <a:extLst xmlns:a="http://schemas.openxmlformats.org/drawingml/2006/main">
              <a:ext uri="{FF2B5EF4-FFF2-40B4-BE49-F238E27FC236}">
                <a16:creationId xmlns:a16="http://schemas.microsoft.com/office/drawing/2014/main" id="{615F5DE4-43E1-4144-B84E-62FC2ED47F5B}"/>
              </a:ext>
            </a:extLst>
          </p:cNvPr>
          <p:cNvSpPr>
            <a:spLocks xmlns:a="http://schemas.openxmlformats.org/drawingml/2006/main" noGrp="1"/>
          </p:cNvSpPr>
          <p:nvPr/>
        </p:nvSpPr>
        <p:spPr>
          <a:xfrm xmlns:a="http://schemas.openxmlformats.org/drawingml/2006/main">
            <a:off x="7534275" y="12334875"/>
            <a:ext cx="1695450" cy="314325"/>
          </a:xfrm>
          <a:prstGeom xmlns:a="http://schemas.openxmlformats.org/drawingml/2006/main" prst="roundRect">
            <a:avLst>
              <a:gd name="adj" fmla="val 18182"/>
            </a:avLst>
          </a:prstGeom>
          <a:solidFill xmlns:a="http://schemas.openxmlformats.org/drawingml/2006/main">
            <a:srgbClr val="EEE2F8"/>
          </a:solidFill>
          <a:ln xmlns:a="http://schemas.openxmlformats.org/drawingml/2006/main" w="8096">
            <a:solidFill>
              <a:srgbClr val="A98BCC"/>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13" b="0">
                <a:solidFill>
                  <a:srgbClr val="111111"/>
                </a:solidFill>
                <a:latin typeface="Source Han Sans CN"/>
                <a:ea typeface="Source Han Sans CN"/>
                <a:cs typeface="Source Han Sans CN"/>
              </a:defRPr>
            </a:pPr>
            <a:r>
              <a:rPr sz="1013" b="0">
                <a:solidFill>
                  <a:srgbClr val="111111"/>
                </a:solidFill>
                <a:latin typeface="Source Han Sans CN"/>
                <a:ea typeface="Source Han Sans CN"/>
                <a:cs typeface="Source Han Sans CN"/>
              </a:rPr>
              <a:t>预测拔出强度响应幅度</a:t>
            </a:r>
          </a:p>
        </p:txBody>
      </p:sp>
      <p:sp>
        <p:nvSpPr>
          <p:cNvPr id="225" name="p43_index">
            <a:extLst xmlns:a="http://schemas.openxmlformats.org/drawingml/2006/main">
              <a:ext uri="{FF2B5EF4-FFF2-40B4-BE49-F238E27FC236}">
                <a16:creationId xmlns:a16="http://schemas.microsoft.com/office/drawing/2014/main" id="{ECEEA2BA-C730-4993-9A31-788FBF3EC5AA}"/>
              </a:ext>
            </a:extLst>
          </p:cNvPr>
          <p:cNvSpPr>
            <a:spLocks xmlns:a="http://schemas.openxmlformats.org/drawingml/2006/main" noGrp="1"/>
          </p:cNvSpPr>
          <p:nvPr/>
        </p:nvSpPr>
        <p:spPr>
          <a:xfrm xmlns:a="http://schemas.openxmlformats.org/drawingml/2006/main">
            <a:off x="6515100" y="12525375"/>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l">
              <a:lnSpc>
                <a:spcPct val="90000"/>
              </a:lnSpc>
              <a:buNone/>
              <a:defRPr sz="1350" b="1">
                <a:solidFill>
                  <a:srgbClr val="F05A21"/>
                </a:solidFill>
                <a:latin typeface="Source Han Sans CN"/>
                <a:ea typeface="Source Han Sans CN"/>
                <a:cs typeface="Source Han Sans CN"/>
              </a:defRPr>
            </a:pPr>
            <a:r>
              <a:rPr sz="1350" b="1">
                <a:solidFill>
                  <a:srgbClr val="F05A21"/>
                </a:solidFill>
                <a:latin typeface="Source Han Sans CN"/>
                <a:ea typeface="Source Han Sans CN"/>
                <a:cs typeface="Source Han Sans CN"/>
              </a:rPr>
              <a:t>4.3</a:t>
            </a:r>
          </a:p>
        </p:txBody>
      </p:sp>
      <p:sp>
        <p:nvSpPr>
          <p:cNvPr id="226" name="p44_title">
            <a:extLst xmlns:a="http://schemas.openxmlformats.org/drawingml/2006/main">
              <a:ext uri="{FF2B5EF4-FFF2-40B4-BE49-F238E27FC236}">
                <a16:creationId xmlns:a16="http://schemas.microsoft.com/office/drawing/2014/main" id="{F51DE78D-480E-435E-AFE8-05233BDE95D5}"/>
              </a:ext>
            </a:extLst>
          </p:cNvPr>
          <p:cNvSpPr>
            <a:spLocks xmlns:a="http://schemas.openxmlformats.org/drawingml/2006/main" noGrp="1"/>
          </p:cNvSpPr>
          <p:nvPr/>
        </p:nvSpPr>
        <p:spPr>
          <a:xfrm xmlns:a="http://schemas.openxmlformats.org/drawingml/2006/main">
            <a:off x="3829050" y="12830175"/>
            <a:ext cx="5543550" cy="333375"/>
          </a:xfrm>
          <a:prstGeom xmlns:a="http://schemas.openxmlformats.org/drawingml/2006/main" prst="rect">
            <a:avLst/>
          </a:prstGeom>
          <a:solidFill xmlns:a="http://schemas.openxmlformats.org/drawingml/2006/main">
            <a:srgbClr val="FDF1E5"/>
          </a:solidFill>
          <a:ln xmlns:a="http://schemas.openxmlformats.org/drawingml/2006/main" w="10954">
            <a:solidFill>
              <a:srgbClr val="171717"/>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327" b="1">
                <a:solidFill>
                  <a:srgbClr val="111111"/>
                </a:solidFill>
                <a:latin typeface="Source Han Sans CN"/>
                <a:ea typeface="Source Han Sans CN"/>
                <a:cs typeface="Source Han Sans CN"/>
              </a:defRPr>
            </a:pPr>
            <a:r>
              <a:rPr sz="1327" b="1">
                <a:solidFill>
                  <a:srgbClr val="111111"/>
                </a:solidFill>
                <a:latin typeface="Source Han Sans CN"/>
                <a:ea typeface="Source Han Sans CN"/>
                <a:cs typeface="Source Han Sans CN"/>
              </a:rPr>
              <a:t>椎弓根螺钉固定效果预测规则分析</a:t>
            </a:r>
          </a:p>
        </p:txBody>
      </p:sp>
      <p:sp>
        <p:nvSpPr>
          <p:cNvPr id="227" name="p44_index">
            <a:extLst xmlns:a="http://schemas.openxmlformats.org/drawingml/2006/main">
              <a:ext uri="{FF2B5EF4-FFF2-40B4-BE49-F238E27FC236}">
                <a16:creationId xmlns:a16="http://schemas.microsoft.com/office/drawing/2014/main" id="{8CC74E12-7EBF-4949-ADC8-047787D1232F}"/>
              </a:ext>
            </a:extLst>
          </p:cNvPr>
          <p:cNvSpPr>
            <a:spLocks xmlns:a="http://schemas.openxmlformats.org/drawingml/2006/main" noGrp="1"/>
          </p:cNvSpPr>
          <p:nvPr/>
        </p:nvSpPr>
        <p:spPr>
          <a:xfrm xmlns:a="http://schemas.openxmlformats.org/drawingml/2006/main">
            <a:off x="8963025" y="12896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r">
              <a:lnSpc>
                <a:spcPct val="90000"/>
              </a:lnSpc>
              <a:buNone/>
              <a:defRPr sz="1350" b="1">
                <a:solidFill>
                  <a:srgbClr val="F05A21"/>
                </a:solidFill>
                <a:latin typeface="Source Han Sans CN"/>
                <a:ea typeface="Source Han Sans CN"/>
                <a:cs typeface="Source Han Sans CN"/>
              </a:defRPr>
            </a:pPr>
            <a:r>
              <a:rPr sz="1350" b="1">
                <a:solidFill>
                  <a:srgbClr val="F05A21"/>
                </a:solidFill>
                <a:latin typeface="Source Han Sans CN"/>
                <a:ea typeface="Source Han Sans CN"/>
                <a:cs typeface="Source Han Sans CN"/>
              </a:rPr>
              <a:t>4.4</a:t>
            </a:r>
          </a:p>
        </p:txBody>
      </p:sp>
      <p:sp>
        <p:nvSpPr>
          <p:cNvPr id="228" name="p44_vertebra">
            <a:extLst xmlns:a="http://schemas.openxmlformats.org/drawingml/2006/main">
              <a:ext uri="{FF2B5EF4-FFF2-40B4-BE49-F238E27FC236}">
                <a16:creationId xmlns:a16="http://schemas.microsoft.com/office/drawing/2014/main" id="{3D92726B-8AC4-4E6C-BA35-D38968ADBB7A}"/>
              </a:ext>
            </a:extLst>
          </p:cNvPr>
          <p:cNvSpPr>
            <a:spLocks xmlns:a="http://schemas.openxmlformats.org/drawingml/2006/main" noGrp="1"/>
          </p:cNvSpPr>
          <p:nvPr/>
        </p:nvSpPr>
        <p:spPr>
          <a:xfrm xmlns:a="http://schemas.openxmlformats.org/drawingml/2006/main">
            <a:off x="3990975" y="13287375"/>
            <a:ext cx="685800" cy="323850"/>
          </a:xfrm>
          <a:prstGeom xmlns:a="http://schemas.openxmlformats.org/drawingml/2006/main" prst="roundRect">
            <a:avLst>
              <a:gd name="adj" fmla="val 17647"/>
            </a:avLst>
          </a:prstGeom>
          <a:solidFill xmlns:a="http://schemas.openxmlformats.org/drawingml/2006/main">
            <a:srgbClr val="FBEBC0"/>
          </a:solidFill>
          <a:ln xmlns:a="http://schemas.openxmlformats.org/drawingml/2006/main" w="8096">
            <a:solidFill>
              <a:srgbClr val="D5AF51"/>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55" b="0">
                <a:solidFill>
                  <a:srgbClr val="111111"/>
                </a:solidFill>
                <a:latin typeface="Source Han Sans CN"/>
                <a:ea typeface="Source Han Sans CN"/>
                <a:cs typeface="Source Han Sans CN"/>
              </a:defRPr>
            </a:pPr>
            <a:r>
              <a:rPr sz="1155" b="0">
                <a:solidFill>
                  <a:srgbClr val="111111"/>
                </a:solidFill>
                <a:latin typeface="Source Han Sans CN"/>
                <a:ea typeface="Source Han Sans CN"/>
                <a:cs typeface="Source Han Sans CN"/>
              </a:rPr>
              <a:t>椎体</a:t>
            </a:r>
          </a:p>
        </p:txBody>
      </p:sp>
      <p:sp>
        <p:nvSpPr>
          <p:cNvPr id="229" name="p44_plus">
            <a:extLst xmlns:a="http://schemas.openxmlformats.org/drawingml/2006/main">
              <a:ext uri="{FF2B5EF4-FFF2-40B4-BE49-F238E27FC236}">
                <a16:creationId xmlns:a16="http://schemas.microsoft.com/office/drawing/2014/main" id="{BC1E5DF6-8596-47B3-8006-FD5383EC5E0A}"/>
              </a:ext>
            </a:extLst>
          </p:cNvPr>
          <p:cNvSpPr>
            <a:spLocks xmlns:a="http://schemas.openxmlformats.org/drawingml/2006/main" noGrp="1"/>
          </p:cNvSpPr>
          <p:nvPr/>
        </p:nvSpPr>
        <p:spPr>
          <a:xfrm xmlns:a="http://schemas.openxmlformats.org/drawingml/2006/main">
            <a:off x="4762500" y="133159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500" b="1">
                <a:solidFill>
                  <a:srgbClr val="111111"/>
                </a:solidFill>
                <a:latin typeface="Source Han Sans CN"/>
                <a:ea typeface="Source Han Sans CN"/>
                <a:cs typeface="Source Han Sans CN"/>
              </a:defRPr>
            </a:pPr>
            <a:r>
              <a:rPr sz="1500" b="1">
                <a:solidFill>
                  <a:srgbClr val="111111"/>
                </a:solidFill>
                <a:latin typeface="Source Han Sans CN"/>
                <a:ea typeface="Source Han Sans CN"/>
                <a:cs typeface="Source Han Sans CN"/>
              </a:rPr>
              <a:t>+</a:t>
            </a:r>
          </a:p>
        </p:txBody>
      </p:sp>
      <p:sp>
        <p:nvSpPr>
          <p:cNvPr id="230" name="p44_pedicle">
            <a:extLst xmlns:a="http://schemas.openxmlformats.org/drawingml/2006/main">
              <a:ext uri="{FF2B5EF4-FFF2-40B4-BE49-F238E27FC236}">
                <a16:creationId xmlns:a16="http://schemas.microsoft.com/office/drawing/2014/main" id="{70C3C6BD-8EF4-4B21-8D34-BBEC469B3157}"/>
              </a:ext>
            </a:extLst>
          </p:cNvPr>
          <p:cNvSpPr>
            <a:spLocks xmlns:a="http://schemas.openxmlformats.org/drawingml/2006/main" noGrp="1"/>
          </p:cNvSpPr>
          <p:nvPr/>
        </p:nvSpPr>
        <p:spPr>
          <a:xfrm xmlns:a="http://schemas.openxmlformats.org/drawingml/2006/main">
            <a:off x="5048250" y="13287375"/>
            <a:ext cx="809625" cy="323850"/>
          </a:xfrm>
          <a:prstGeom xmlns:a="http://schemas.openxmlformats.org/drawingml/2006/main" prst="roundRect">
            <a:avLst>
              <a:gd name="adj" fmla="val 17647"/>
            </a:avLst>
          </a:prstGeom>
          <a:solidFill xmlns:a="http://schemas.openxmlformats.org/drawingml/2006/main">
            <a:srgbClr val="FBEBC0"/>
          </a:solidFill>
          <a:ln xmlns:a="http://schemas.openxmlformats.org/drawingml/2006/main" w="8096">
            <a:solidFill>
              <a:srgbClr val="D5AF51"/>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55" b="0">
                <a:solidFill>
                  <a:srgbClr val="111111"/>
                </a:solidFill>
                <a:latin typeface="Source Han Sans CN"/>
                <a:ea typeface="Source Han Sans CN"/>
                <a:cs typeface="Source Han Sans CN"/>
              </a:defRPr>
            </a:pPr>
            <a:r>
              <a:rPr sz="1155" b="0">
                <a:solidFill>
                  <a:srgbClr val="111111"/>
                </a:solidFill>
                <a:latin typeface="Source Han Sans CN"/>
                <a:ea typeface="Source Han Sans CN"/>
                <a:cs typeface="Source Han Sans CN"/>
              </a:rPr>
              <a:t>椎弓根</a:t>
            </a:r>
          </a:p>
        </p:txBody>
      </p:sp>
      <p:sp>
        <p:nvSpPr>
          <p:cNvPr id="231" name="p44_global">
            <a:extLst xmlns:a="http://schemas.openxmlformats.org/drawingml/2006/main">
              <a:ext uri="{FF2B5EF4-FFF2-40B4-BE49-F238E27FC236}">
                <a16:creationId xmlns:a16="http://schemas.microsoft.com/office/drawing/2014/main" id="{A0B3481B-EDCD-4607-9E11-15EB7DCF3BCF}"/>
              </a:ext>
            </a:extLst>
          </p:cNvPr>
          <p:cNvSpPr>
            <a:spLocks xmlns:a="http://schemas.openxmlformats.org/drawingml/2006/main" noGrp="1"/>
          </p:cNvSpPr>
          <p:nvPr/>
        </p:nvSpPr>
        <p:spPr>
          <a:xfrm xmlns:a="http://schemas.openxmlformats.org/drawingml/2006/main">
            <a:off x="6457950" y="13287375"/>
            <a:ext cx="1028700" cy="323850"/>
          </a:xfrm>
          <a:prstGeom xmlns:a="http://schemas.openxmlformats.org/drawingml/2006/main" prst="roundRect">
            <a:avLst>
              <a:gd name="adj" fmla="val 17647"/>
            </a:avLst>
          </a:prstGeom>
          <a:solidFill xmlns:a="http://schemas.openxmlformats.org/drawingml/2006/main">
            <a:srgbClr val="FBEBC0"/>
          </a:solidFill>
          <a:ln xmlns:a="http://schemas.openxmlformats.org/drawingml/2006/main" w="8096">
            <a:solidFill>
              <a:srgbClr val="D5AF51"/>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110" b="0">
                <a:solidFill>
                  <a:srgbClr val="111111"/>
                </a:solidFill>
                <a:latin typeface="Source Han Sans CN"/>
                <a:ea typeface="Source Han Sans CN"/>
                <a:cs typeface="Source Han Sans CN"/>
              </a:defRPr>
            </a:pPr>
            <a:r>
              <a:rPr sz="1110" b="0">
                <a:solidFill>
                  <a:srgbClr val="111111"/>
                </a:solidFill>
                <a:latin typeface="Source Han Sans CN"/>
                <a:ea typeface="Source Han Sans CN"/>
                <a:cs typeface="Source Han Sans CN"/>
              </a:rPr>
              <a:t>全局参数数据</a:t>
            </a:r>
          </a:p>
        </p:txBody>
      </p:sp>
      <p:sp>
        <p:nvSpPr>
          <p:cNvPr id="232" name="p44_threshold">
            <a:extLst xmlns:a="http://schemas.openxmlformats.org/drawingml/2006/main">
              <a:ext uri="{FF2B5EF4-FFF2-40B4-BE49-F238E27FC236}">
                <a16:creationId xmlns:a16="http://schemas.microsoft.com/office/drawing/2014/main" id="{23485E2C-B916-494B-8A75-F093A11DE565}"/>
              </a:ext>
            </a:extLst>
          </p:cNvPr>
          <p:cNvSpPr>
            <a:spLocks xmlns:a="http://schemas.openxmlformats.org/drawingml/2006/main" noGrp="1"/>
          </p:cNvSpPr>
          <p:nvPr/>
        </p:nvSpPr>
        <p:spPr>
          <a:xfrm xmlns:a="http://schemas.openxmlformats.org/drawingml/2006/main">
            <a:off x="8048625" y="13287375"/>
            <a:ext cx="1219200" cy="323850"/>
          </a:xfrm>
          <a:prstGeom xmlns:a="http://schemas.openxmlformats.org/drawingml/2006/main" prst="roundRect">
            <a:avLst>
              <a:gd name="adj" fmla="val 17647"/>
            </a:avLst>
          </a:prstGeom>
          <a:solidFill xmlns:a="http://schemas.openxmlformats.org/drawingml/2006/main">
            <a:srgbClr val="FBEBC0"/>
          </a:solidFill>
          <a:ln xmlns:a="http://schemas.openxmlformats.org/drawingml/2006/main" w="8096">
            <a:solidFill>
              <a:srgbClr val="D5AF51"/>
            </a:solid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96000"/>
              </a:lnSpc>
              <a:buNone/>
              <a:defRPr sz="1058" b="0">
                <a:solidFill>
                  <a:srgbClr val="111111"/>
                </a:solidFill>
                <a:latin typeface="Source Han Sans CN"/>
                <a:ea typeface="Source Han Sans CN"/>
                <a:cs typeface="Source Han Sans CN"/>
              </a:defRPr>
            </a:pPr>
            <a:r>
              <a:rPr sz="1058" b="0">
                <a:solidFill>
                  <a:srgbClr val="111111"/>
                </a:solidFill>
                <a:latin typeface="Source Han Sans CN"/>
                <a:ea typeface="Source Han Sans CN"/>
                <a:cs typeface="Source Han Sans CN"/>
              </a:rPr>
              <a:t>全局失效阀值判定</a:t>
            </a:r>
          </a:p>
        </p:txBody>
      </p:sp>
      <p:sp>
        <p:nvSpPr>
          <p:cNvPr id="233" name="blue_bus_top">
            <a:extLst xmlns:a="http://schemas.openxmlformats.org/drawingml/2006/main">
              <a:ext uri="{FF2B5EF4-FFF2-40B4-BE49-F238E27FC236}">
                <a16:creationId xmlns:a16="http://schemas.microsoft.com/office/drawing/2014/main" id="{B732952D-1B41-4AC6-9C76-984626A71EB3}"/>
              </a:ext>
            </a:extLst>
          </p:cNvPr>
          <p:cNvSpPr>
            <a:spLocks xmlns:a="http://schemas.openxmlformats.org/drawingml/2006/main" noGrp="1"/>
          </p:cNvSpPr>
          <p:nvPr/>
        </p:nvSpPr>
        <p:spPr>
          <a:xfrm xmlns:a="http://schemas.openxmlformats.org/drawingml/2006/main">
            <a:off x="9744075" y="1990725"/>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34" name="blue_bus_bottom">
            <a:extLst xmlns:a="http://schemas.openxmlformats.org/drawingml/2006/main">
              <a:ext uri="{FF2B5EF4-FFF2-40B4-BE49-F238E27FC236}">
                <a16:creationId xmlns:a16="http://schemas.microsoft.com/office/drawing/2014/main" id="{54021E47-BB36-4997-A5FF-0839D84D20F4}"/>
              </a:ext>
            </a:extLst>
          </p:cNvPr>
          <p:cNvSpPr>
            <a:spLocks xmlns:a="http://schemas.openxmlformats.org/drawingml/2006/main" noGrp="1"/>
          </p:cNvSpPr>
          <p:nvPr/>
        </p:nvSpPr>
        <p:spPr>
          <a:xfrm xmlns:a="http://schemas.openxmlformats.org/drawingml/2006/main">
            <a:off x="9744075" y="54292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35" name="blue_target_top">
            <a:extLst xmlns:a="http://schemas.openxmlformats.org/drawingml/2006/main">
              <a:ext uri="{FF2B5EF4-FFF2-40B4-BE49-F238E27FC236}">
                <a16:creationId xmlns:a16="http://schemas.microsoft.com/office/drawing/2014/main" id="{5441A339-4841-4C10-B9C5-FACEA5761AA6}"/>
              </a:ext>
            </a:extLst>
          </p:cNvPr>
          <p:cNvSpPr>
            <a:spLocks xmlns:a="http://schemas.openxmlformats.org/drawingml/2006/main" noGrp="1"/>
          </p:cNvSpPr>
          <p:nvPr/>
        </p:nvSpPr>
        <p:spPr>
          <a:xfrm xmlns:a="http://schemas.openxmlformats.org/drawingml/2006/main">
            <a:off x="9448800" y="1990725"/>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36" name="blue_target_bottom">
            <a:extLst xmlns:a="http://schemas.openxmlformats.org/drawingml/2006/main">
              <a:ext uri="{FF2B5EF4-FFF2-40B4-BE49-F238E27FC236}">
                <a16:creationId xmlns:a16="http://schemas.microsoft.com/office/drawing/2014/main" id="{CD310772-4A1A-4110-BC43-CE2885A0D45F}"/>
              </a:ext>
            </a:extLst>
          </p:cNvPr>
          <p:cNvSpPr>
            <a:spLocks xmlns:a="http://schemas.openxmlformats.org/drawingml/2006/main" noGrp="1"/>
          </p:cNvSpPr>
          <p:nvPr/>
        </p:nvSpPr>
        <p:spPr>
          <a:xfrm xmlns:a="http://schemas.openxmlformats.org/drawingml/2006/main">
            <a:off x="9534525" y="54292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37" name="blue_bus_label">
            <a:extLst xmlns:a="http://schemas.openxmlformats.org/drawingml/2006/main">
              <a:ext uri="{FF2B5EF4-FFF2-40B4-BE49-F238E27FC236}">
                <a16:creationId xmlns:a16="http://schemas.microsoft.com/office/drawing/2014/main" id="{26C91A9D-EA07-44F6-9502-BF7E8A1F81B0}"/>
              </a:ext>
            </a:extLst>
          </p:cNvPr>
          <p:cNvSpPr>
            <a:spLocks xmlns:a="http://schemas.openxmlformats.org/drawingml/2006/main" noGrp="1"/>
          </p:cNvSpPr>
          <p:nvPr/>
        </p:nvSpPr>
        <p:spPr>
          <a:xfrm xmlns:a="http://schemas.openxmlformats.org/drawingml/2006/main">
            <a:off x="9582150" y="3248025"/>
            <a:ext cx="2952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方</a:t>
            </a:r>
          </a:p>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法</a:t>
            </a:r>
          </a:p>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对</a:t>
            </a:r>
          </a:p>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应</a:t>
            </a:r>
          </a:p>
        </p:txBody>
      </p:sp>
      <p:sp>
        <p:nvSpPr>
          <p:cNvPr id="238" name="red_bus_top">
            <a:extLst xmlns:a="http://schemas.openxmlformats.org/drawingml/2006/main">
              <a:ext uri="{FF2B5EF4-FFF2-40B4-BE49-F238E27FC236}">
                <a16:creationId xmlns:a16="http://schemas.microsoft.com/office/drawing/2014/main" id="{50ED91F2-F37F-40A3-8B30-8192142E0E66}"/>
              </a:ext>
            </a:extLst>
          </p:cNvPr>
          <p:cNvSpPr>
            <a:spLocks xmlns:a="http://schemas.openxmlformats.org/drawingml/2006/main" noGrp="1"/>
          </p:cNvSpPr>
          <p:nvPr/>
        </p:nvSpPr>
        <p:spPr>
          <a:xfrm xmlns:a="http://schemas.openxmlformats.org/drawingml/2006/main">
            <a:off x="9867900" y="220980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39" name="red_bus_lower">
            <a:extLst xmlns:a="http://schemas.openxmlformats.org/drawingml/2006/main">
              <a:ext uri="{FF2B5EF4-FFF2-40B4-BE49-F238E27FC236}">
                <a16:creationId xmlns:a16="http://schemas.microsoft.com/office/drawing/2014/main" id="{3D23C722-63E5-4F17-8794-F419078F1F75}"/>
              </a:ext>
            </a:extLst>
          </p:cNvPr>
          <p:cNvSpPr>
            <a:spLocks xmlns:a="http://schemas.openxmlformats.org/drawingml/2006/main" noGrp="1"/>
          </p:cNvSpPr>
          <p:nvPr/>
        </p:nvSpPr>
        <p:spPr>
          <a:xfrm xmlns:a="http://schemas.openxmlformats.org/drawingml/2006/main">
            <a:off x="9867900" y="92392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40" name="red_target_top">
            <a:extLst xmlns:a="http://schemas.openxmlformats.org/drawingml/2006/main">
              <a:ext uri="{FF2B5EF4-FFF2-40B4-BE49-F238E27FC236}">
                <a16:creationId xmlns:a16="http://schemas.microsoft.com/office/drawing/2014/main" id="{1EB9F540-FDA5-468D-BB4F-EFE2E57FEAB3}"/>
              </a:ext>
            </a:extLst>
          </p:cNvPr>
          <p:cNvSpPr>
            <a:spLocks xmlns:a="http://schemas.openxmlformats.org/drawingml/2006/main" noGrp="1"/>
          </p:cNvSpPr>
          <p:nvPr/>
        </p:nvSpPr>
        <p:spPr>
          <a:xfrm xmlns:a="http://schemas.openxmlformats.org/drawingml/2006/main">
            <a:off x="9505950" y="220980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41" name="red_target_lower">
            <a:extLst xmlns:a="http://schemas.openxmlformats.org/drawingml/2006/main">
              <a:ext uri="{FF2B5EF4-FFF2-40B4-BE49-F238E27FC236}">
                <a16:creationId xmlns:a16="http://schemas.microsoft.com/office/drawing/2014/main" id="{8CDE8561-E326-4BE2-B5BE-1014AD21457C}"/>
              </a:ext>
            </a:extLst>
          </p:cNvPr>
          <p:cNvSpPr>
            <a:spLocks xmlns:a="http://schemas.openxmlformats.org/drawingml/2006/main" noGrp="1"/>
          </p:cNvSpPr>
          <p:nvPr/>
        </p:nvSpPr>
        <p:spPr>
          <a:xfrm xmlns:a="http://schemas.openxmlformats.org/drawingml/2006/main">
            <a:off x="9467850" y="92392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42" name="red_bus_label">
            <a:extLst xmlns:a="http://schemas.openxmlformats.org/drawingml/2006/main">
              <a:ext uri="{FF2B5EF4-FFF2-40B4-BE49-F238E27FC236}">
                <a16:creationId xmlns:a16="http://schemas.microsoft.com/office/drawing/2014/main" id="{85580276-43C7-42C3-A510-B7AAEDD164C8}"/>
              </a:ext>
            </a:extLst>
          </p:cNvPr>
          <p:cNvSpPr>
            <a:spLocks xmlns:a="http://schemas.openxmlformats.org/drawingml/2006/main" noGrp="1"/>
          </p:cNvSpPr>
          <p:nvPr/>
        </p:nvSpPr>
        <p:spPr>
          <a:xfrm xmlns:a="http://schemas.openxmlformats.org/drawingml/2006/main">
            <a:off x="9601200" y="6419850"/>
            <a:ext cx="285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方</a:t>
            </a:r>
          </a:p>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法</a:t>
            </a:r>
          </a:p>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对</a:t>
            </a:r>
          </a:p>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应</a:t>
            </a:r>
          </a:p>
        </p:txBody>
      </p:sp>
      <p:sp>
        <p:nvSpPr>
          <p:cNvPr id="243" name="green_bus_top">
            <a:extLst xmlns:a="http://schemas.openxmlformats.org/drawingml/2006/main">
              <a:ext uri="{FF2B5EF4-FFF2-40B4-BE49-F238E27FC236}">
                <a16:creationId xmlns:a16="http://schemas.microsoft.com/office/drawing/2014/main" id="{58C4BC9A-61ED-41B1-9A4B-78EC6ABC39AA}"/>
              </a:ext>
            </a:extLst>
          </p:cNvPr>
          <p:cNvSpPr>
            <a:spLocks xmlns:a="http://schemas.openxmlformats.org/drawingml/2006/main" noGrp="1"/>
          </p:cNvSpPr>
          <p:nvPr/>
        </p:nvSpPr>
        <p:spPr>
          <a:xfrm xmlns:a="http://schemas.openxmlformats.org/drawingml/2006/main">
            <a:off x="9677400" y="685800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44" name="green_bus_bottom">
            <a:extLst xmlns:a="http://schemas.openxmlformats.org/drawingml/2006/main">
              <a:ext uri="{FF2B5EF4-FFF2-40B4-BE49-F238E27FC236}">
                <a16:creationId xmlns:a16="http://schemas.microsoft.com/office/drawing/2014/main" id="{FD5380F1-1708-4A39-827A-483D22D54141}"/>
              </a:ext>
            </a:extLst>
          </p:cNvPr>
          <p:cNvSpPr>
            <a:spLocks xmlns:a="http://schemas.openxmlformats.org/drawingml/2006/main" noGrp="1"/>
          </p:cNvSpPr>
          <p:nvPr/>
        </p:nvSpPr>
        <p:spPr>
          <a:xfrm xmlns:a="http://schemas.openxmlformats.org/drawingml/2006/main">
            <a:off x="9734550" y="127825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45" name="green_target_top">
            <a:extLst xmlns:a="http://schemas.openxmlformats.org/drawingml/2006/main">
              <a:ext uri="{FF2B5EF4-FFF2-40B4-BE49-F238E27FC236}">
                <a16:creationId xmlns:a16="http://schemas.microsoft.com/office/drawing/2014/main" id="{3E782A7D-6543-406A-B46B-CB158DF2D01A}"/>
              </a:ext>
            </a:extLst>
          </p:cNvPr>
          <p:cNvSpPr>
            <a:spLocks xmlns:a="http://schemas.openxmlformats.org/drawingml/2006/main" noGrp="1"/>
          </p:cNvSpPr>
          <p:nvPr/>
        </p:nvSpPr>
        <p:spPr>
          <a:xfrm xmlns:a="http://schemas.openxmlformats.org/drawingml/2006/main">
            <a:off x="9439275" y="685800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46" name="green_target_bottom">
            <a:extLst xmlns:a="http://schemas.openxmlformats.org/drawingml/2006/main">
              <a:ext uri="{FF2B5EF4-FFF2-40B4-BE49-F238E27FC236}">
                <a16:creationId xmlns:a16="http://schemas.microsoft.com/office/drawing/2014/main" id="{9B60EDC1-9C7D-403E-927A-17179C0EAA29}"/>
              </a:ext>
            </a:extLst>
          </p:cNvPr>
          <p:cNvSpPr>
            <a:spLocks xmlns:a="http://schemas.openxmlformats.org/drawingml/2006/main" noGrp="1"/>
          </p:cNvSpPr>
          <p:nvPr/>
        </p:nvSpPr>
        <p:spPr>
          <a:xfrm xmlns:a="http://schemas.openxmlformats.org/drawingml/2006/main">
            <a:off x="9525000" y="12782550"/>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47" name="green_bus_label">
            <a:extLst xmlns:a="http://schemas.openxmlformats.org/drawingml/2006/main">
              <a:ext uri="{FF2B5EF4-FFF2-40B4-BE49-F238E27FC236}">
                <a16:creationId xmlns:a16="http://schemas.microsoft.com/office/drawing/2014/main" id="{7E84D965-84ED-4CA4-9EAA-E912BF4F0B78}"/>
              </a:ext>
            </a:extLst>
          </p:cNvPr>
          <p:cNvSpPr>
            <a:spLocks xmlns:a="http://schemas.openxmlformats.org/drawingml/2006/main" noGrp="1"/>
          </p:cNvSpPr>
          <p:nvPr/>
        </p:nvSpPr>
        <p:spPr>
          <a:xfrm xmlns:a="http://schemas.openxmlformats.org/drawingml/2006/main">
            <a:off x="9591675" y="10944225"/>
            <a:ext cx="2952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4288" rIns="19050" bIns="14288" anchor="ctr">
            <a:noAutofit/>
          </a:bodyPr>
          <a:lstStyle xmlns:a="http://schemas.openxmlformats.org/drawingml/2006/main"/>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内</a:t>
            </a:r>
          </a:p>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容</a:t>
            </a:r>
          </a:p>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输</a:t>
            </a:r>
          </a:p>
          <a:p xmlns:a="http://schemas.openxmlformats.org/drawingml/2006/main">
            <a:pPr algn="ctr">
              <a:lnSpc>
                <a:spcPct val="82000"/>
              </a:lnSpc>
              <a:buNone/>
              <a:defRPr sz="1088" b="1">
                <a:solidFill>
                  <a:srgbClr val="111111"/>
                </a:solidFill>
                <a:latin typeface="Source Han Sans CN"/>
                <a:ea typeface="Source Han Sans CN"/>
                <a:cs typeface="Source Han Sans CN"/>
              </a:defRPr>
            </a:pPr>
            <a:r>
              <a:rPr sz="1088" b="1">
                <a:solidFill>
                  <a:srgbClr val="111111"/>
                </a:solidFill>
                <a:latin typeface="Source Han Sans CN"/>
                <a:ea typeface="Source Han Sans CN"/>
                <a:cs typeface="Source Han Sans CN"/>
              </a:rPr>
              <a:t>出</a:t>
            </a:r>
          </a:p>
        </p:txBody>
      </p:sp>
      <p:cxnSp>
        <p:nvCxnSpPr>
          <p:cNvPr id="522" name=""/>
          <p:cNvCxnSpPr>
            <a:stCxn xmlns:a="http://schemas.openxmlformats.org/drawingml/2006/main" id="114" idx="6"/>
            <a:endCxn xmlns:a="http://schemas.openxmlformats.org/drawingml/2006/main" id="115" idx="2"/>
          </p:cNvCxnSpPr>
          <p:nvPr/>
        </p:nvCxnSpPr>
        <p:spPr>
          <a:xfrm xmlns:a="http://schemas.openxmlformats.org/drawingml/2006/main">
            <a:off x="7439025" y="2600325"/>
            <a:ext cx="323850" cy="0"/>
          </a:xfrm>
          <a:prstGeom xmlns:a="http://schemas.openxmlformats.org/drawingml/2006/main" prst="straightConnector1">
            <a:avLst/>
          </a:prstGeom>
          <a:ln xmlns:a="http://schemas.openxmlformats.org/drawingml/2006/main" w="14764" cap="rnd">
            <a:solidFill>
              <a:srgbClr val="2779D1"/>
            </a:solidFill>
            <a:prstDash val="solid"/>
            <a:round/>
            <a:tailEnd type="triangle" w="sm" len="sm"/>
          </a:ln>
        </p:spPr>
      </p:cxnSp>
      <p:cxnSp>
        <p:nvCxnSpPr>
          <p:cNvPr id="523" name=""/>
          <p:cNvCxnSpPr>
            <a:stCxn xmlns:a="http://schemas.openxmlformats.org/drawingml/2006/main" id="153" idx="0"/>
            <a:endCxn xmlns:a="http://schemas.openxmlformats.org/drawingml/2006/main" id="150" idx="2"/>
          </p:cNvCxnSpPr>
          <p:nvPr/>
        </p:nvCxnSpPr>
        <p:spPr>
          <a:xfrm xmlns:a="http://schemas.openxmlformats.org/drawingml/2006/main" flipV="1">
            <a:off x="3714750" y="4829175"/>
            <a:ext cx="285750" cy="2886075"/>
          </a:xfrm>
          <a:prstGeom xmlns:a="http://schemas.openxmlformats.org/drawingml/2006/main" prst="bentConnector3">
            <a:avLst>
              <a:gd name="adj1" fmla="val 0"/>
            </a:avLst>
          </a:prstGeom>
          <a:ln xmlns:a="http://schemas.openxmlformats.org/drawingml/2006/main" w="14288" cap="rnd">
            <a:solidFill>
              <a:srgbClr val="4C862A"/>
            </a:solidFill>
            <a:prstDash val="solid"/>
            <a:round/>
            <a:tailEnd type="triangle" w="sm" len="sm"/>
          </a:ln>
        </p:spPr>
      </p:cxnSp>
      <p:cxnSp>
        <p:nvCxnSpPr>
          <p:cNvPr id="524" name=""/>
          <p:cNvCxnSpPr>
            <a:stCxn xmlns:a="http://schemas.openxmlformats.org/drawingml/2006/main" id="153" idx="0"/>
            <a:endCxn xmlns:a="http://schemas.openxmlformats.org/drawingml/2006/main" id="151" idx="2"/>
          </p:cNvCxnSpPr>
          <p:nvPr/>
        </p:nvCxnSpPr>
        <p:spPr>
          <a:xfrm xmlns:a="http://schemas.openxmlformats.org/drawingml/2006/main" flipV="1">
            <a:off x="3714750" y="6229350"/>
            <a:ext cx="285750" cy="1485900"/>
          </a:xfrm>
          <a:prstGeom xmlns:a="http://schemas.openxmlformats.org/drawingml/2006/main" prst="bentConnector3">
            <a:avLst>
              <a:gd name="adj1" fmla="val 0"/>
            </a:avLst>
          </a:prstGeom>
          <a:ln xmlns:a="http://schemas.openxmlformats.org/drawingml/2006/main" w="14288" cap="rnd">
            <a:solidFill>
              <a:srgbClr val="4C862A"/>
            </a:solidFill>
            <a:prstDash val="solid"/>
            <a:round/>
            <a:tailEnd type="triangle" w="sm" len="sm"/>
          </a:ln>
        </p:spPr>
      </p:cxnSp>
      <p:cxnSp>
        <p:nvCxnSpPr>
          <p:cNvPr id="525" name=""/>
          <p:cNvCxnSpPr>
            <a:stCxn xmlns:a="http://schemas.openxmlformats.org/drawingml/2006/main" id="154" idx="0"/>
            <a:endCxn xmlns:a="http://schemas.openxmlformats.org/drawingml/2006/main" id="152" idx="2"/>
          </p:cNvCxnSpPr>
          <p:nvPr/>
        </p:nvCxnSpPr>
        <p:spPr>
          <a:xfrm xmlns:a="http://schemas.openxmlformats.org/drawingml/2006/main" flipV="1">
            <a:off x="3810000" y="7248525"/>
            <a:ext cx="876300" cy="466725"/>
          </a:xfrm>
          <a:prstGeom xmlns:a="http://schemas.openxmlformats.org/drawingml/2006/main" prst="bentConnector3">
            <a:avLst>
              <a:gd name="adj1" fmla="val 0"/>
            </a:avLst>
          </a:prstGeom>
          <a:ln xmlns:a="http://schemas.openxmlformats.org/drawingml/2006/main" w="14288" cap="rnd">
            <a:solidFill>
              <a:srgbClr val="4C862A"/>
            </a:solidFill>
            <a:prstDash val="solid"/>
            <a:round/>
            <a:tailEnd type="triangle" w="sm" len="sm"/>
          </a:ln>
        </p:spPr>
      </p:cxnSp>
      <p:cxnSp>
        <p:nvCxnSpPr>
          <p:cNvPr id="526" name=""/>
          <p:cNvCxnSpPr>
            <a:stCxn xmlns:a="http://schemas.openxmlformats.org/drawingml/2006/main" id="158" idx="6"/>
            <a:endCxn xmlns:a="http://schemas.openxmlformats.org/drawingml/2006/main" id="159" idx="2"/>
          </p:cNvCxnSpPr>
          <p:nvPr/>
        </p:nvCxnSpPr>
        <p:spPr>
          <a:xfrm xmlns:a="http://schemas.openxmlformats.org/drawingml/2006/main">
            <a:off x="3514725" y="11458575"/>
            <a:ext cx="257175" cy="0"/>
          </a:xfrm>
          <a:prstGeom xmlns:a="http://schemas.openxmlformats.org/drawingml/2006/main" prst="straightConnector1">
            <a:avLst/>
          </a:prstGeom>
          <a:ln xmlns:a="http://schemas.openxmlformats.org/drawingml/2006/main" w="12383" cap="rnd">
            <a:solidFill>
              <a:srgbClr val="EE9895"/>
            </a:solidFill>
            <a:prstDash val="solid"/>
            <a:round/>
            <a:tailEnd type="triangle" w="sm" len="sm"/>
          </a:ln>
        </p:spPr>
      </p:cxnSp>
      <p:cxnSp>
        <p:nvCxnSpPr>
          <p:cNvPr id="527" name=""/>
          <p:cNvCxnSpPr>
            <a:stCxn xmlns:a="http://schemas.openxmlformats.org/drawingml/2006/main" id="233" idx="2"/>
            <a:endCxn xmlns:a="http://schemas.openxmlformats.org/drawingml/2006/main" id="235" idx="6"/>
          </p:cNvCxnSpPr>
          <p:nvPr/>
        </p:nvCxnSpPr>
        <p:spPr>
          <a:xfrm xmlns:a="http://schemas.openxmlformats.org/drawingml/2006/main" flipH="1">
            <a:off x="9467850" y="2000250"/>
            <a:ext cx="276225" cy="0"/>
          </a:xfrm>
          <a:prstGeom xmlns:a="http://schemas.openxmlformats.org/drawingml/2006/main" prst="straightConnector1">
            <a:avLst/>
          </a:prstGeom>
          <a:ln xmlns:a="http://schemas.openxmlformats.org/drawingml/2006/main" w="12859" cap="rnd">
            <a:solidFill>
              <a:srgbClr val="2779D1"/>
            </a:solidFill>
            <a:prstDash val="solid"/>
            <a:round/>
            <a:tailEnd type="triangle" w="sm" len="sm"/>
          </a:ln>
        </p:spPr>
      </p:cxnSp>
      <p:cxnSp>
        <p:nvCxnSpPr>
          <p:cNvPr id="528" name=""/>
          <p:cNvCxnSpPr>
            <a:stCxn xmlns:a="http://schemas.openxmlformats.org/drawingml/2006/main" id="234" idx="2"/>
            <a:endCxn xmlns:a="http://schemas.openxmlformats.org/drawingml/2006/main" id="236" idx="6"/>
          </p:cNvCxnSpPr>
          <p:nvPr/>
        </p:nvCxnSpPr>
        <p:spPr>
          <a:xfrm xmlns:a="http://schemas.openxmlformats.org/drawingml/2006/main" flipH="1">
            <a:off x="9553575" y="5438775"/>
            <a:ext cx="190500" cy="0"/>
          </a:xfrm>
          <a:prstGeom xmlns:a="http://schemas.openxmlformats.org/drawingml/2006/main" prst="straightConnector1">
            <a:avLst/>
          </a:prstGeom>
          <a:ln xmlns:a="http://schemas.openxmlformats.org/drawingml/2006/main" w="12859" cap="rnd">
            <a:solidFill>
              <a:srgbClr val="2779D1"/>
            </a:solidFill>
            <a:prstDash val="solid"/>
            <a:round/>
            <a:tailEnd type="triangle" w="sm" len="sm"/>
          </a:ln>
        </p:spPr>
      </p:cxnSp>
      <p:cxnSp>
        <p:nvCxnSpPr>
          <p:cNvPr id="529" name=""/>
          <p:cNvCxnSpPr>
            <a:stCxn xmlns:a="http://schemas.openxmlformats.org/drawingml/2006/main" id="238" idx="2"/>
            <a:endCxn xmlns:a="http://schemas.openxmlformats.org/drawingml/2006/main" id="240" idx="6"/>
          </p:cNvCxnSpPr>
          <p:nvPr/>
        </p:nvCxnSpPr>
        <p:spPr>
          <a:xfrm xmlns:a="http://schemas.openxmlformats.org/drawingml/2006/main" flipH="1">
            <a:off x="9525000" y="2219325"/>
            <a:ext cx="342900" cy="0"/>
          </a:xfrm>
          <a:prstGeom xmlns:a="http://schemas.openxmlformats.org/drawingml/2006/main" prst="straightConnector1">
            <a:avLst/>
          </a:prstGeom>
          <a:ln xmlns:a="http://schemas.openxmlformats.org/drawingml/2006/main" w="10954" cap="rnd">
            <a:solidFill>
              <a:srgbClr val="EE9895"/>
            </a:solidFill>
            <a:prstDash val="solid"/>
            <a:round/>
            <a:tailEnd type="triangle" w="sm" len="sm"/>
          </a:ln>
        </p:spPr>
      </p:cxnSp>
      <p:cxnSp>
        <p:nvCxnSpPr>
          <p:cNvPr id="530" name=""/>
          <p:cNvCxnSpPr>
            <a:stCxn xmlns:a="http://schemas.openxmlformats.org/drawingml/2006/main" id="239" idx="2"/>
            <a:endCxn xmlns:a="http://schemas.openxmlformats.org/drawingml/2006/main" id="241" idx="6"/>
          </p:cNvCxnSpPr>
          <p:nvPr/>
        </p:nvCxnSpPr>
        <p:spPr>
          <a:xfrm xmlns:a="http://schemas.openxmlformats.org/drawingml/2006/main" flipH="1">
            <a:off x="9486900" y="9248775"/>
            <a:ext cx="381000" cy="0"/>
          </a:xfrm>
          <a:prstGeom xmlns:a="http://schemas.openxmlformats.org/drawingml/2006/main" prst="straightConnector1">
            <a:avLst/>
          </a:prstGeom>
          <a:ln xmlns:a="http://schemas.openxmlformats.org/drawingml/2006/main" w="10954" cap="rnd">
            <a:solidFill>
              <a:srgbClr val="EE9895"/>
            </a:solidFill>
            <a:prstDash val="solid"/>
            <a:round/>
            <a:tailEnd type="triangle" w="sm" len="sm"/>
          </a:ln>
        </p:spPr>
      </p:cxnSp>
      <p:cxnSp>
        <p:nvCxnSpPr>
          <p:cNvPr id="531" name=""/>
          <p:cNvCxnSpPr>
            <a:stCxn xmlns:a="http://schemas.openxmlformats.org/drawingml/2006/main" id="243" idx="2"/>
            <a:endCxn xmlns:a="http://schemas.openxmlformats.org/drawingml/2006/main" id="245" idx="6"/>
          </p:cNvCxnSpPr>
          <p:nvPr/>
        </p:nvCxnSpPr>
        <p:spPr>
          <a:xfrm xmlns:a="http://schemas.openxmlformats.org/drawingml/2006/main" flipH="1">
            <a:off x="9458325" y="6867525"/>
            <a:ext cx="219075" cy="0"/>
          </a:xfrm>
          <a:prstGeom xmlns:a="http://schemas.openxmlformats.org/drawingml/2006/main" prst="straightConnector1">
            <a:avLst/>
          </a:prstGeom>
          <a:ln xmlns:a="http://schemas.openxmlformats.org/drawingml/2006/main" w="11906" cap="rnd">
            <a:solidFill>
              <a:srgbClr val="4C862A"/>
            </a:solidFill>
            <a:prstDash val="solid"/>
            <a:round/>
            <a:tailEnd type="triangle" w="sm" len="sm"/>
          </a:ln>
        </p:spPr>
      </p:cxnSp>
      <p:cxnSp>
        <p:nvCxnSpPr>
          <p:cNvPr id="532" name=""/>
          <p:cNvCxnSpPr>
            <a:stCxn xmlns:a="http://schemas.openxmlformats.org/drawingml/2006/main" id="244" idx="2"/>
            <a:endCxn xmlns:a="http://schemas.openxmlformats.org/drawingml/2006/main" id="246" idx="6"/>
          </p:cNvCxnSpPr>
          <p:nvPr/>
        </p:nvCxnSpPr>
        <p:spPr>
          <a:xfrm xmlns:a="http://schemas.openxmlformats.org/drawingml/2006/main" flipH="1">
            <a:off x="9544050" y="12792075"/>
            <a:ext cx="190500" cy="0"/>
          </a:xfrm>
          <a:prstGeom xmlns:a="http://schemas.openxmlformats.org/drawingml/2006/main" prst="straightConnector1">
            <a:avLst/>
          </a:prstGeom>
          <a:ln xmlns:a="http://schemas.openxmlformats.org/drawingml/2006/main" w="11906" cap="rnd">
            <a:solidFill>
              <a:srgbClr val="4C862A"/>
            </a:solidFill>
            <a:prstDash val="solid"/>
            <a:round/>
            <a:tailEnd type="triangle" w="sm" len="sm"/>
          </a:ln>
        </p:spPr>
      </p:cxnSp>
      <p:cxnSp>
        <p:nvCxnSpPr>
          <p:cNvPr id="533" name=""/>
          <p:cNvCxnSpPr>
            <a:stCxn xmlns:a="http://schemas.openxmlformats.org/drawingml/2006/main" id="122" idx="2"/>
            <a:endCxn xmlns:a="http://schemas.openxmlformats.org/drawingml/2006/main" id="123" idx="0"/>
          </p:cNvCxnSpPr>
          <p:nvPr/>
        </p:nvCxnSpPr>
        <p:spPr>
          <a:xfrm xmlns:a="http://schemas.openxmlformats.org/drawingml/2006/main">
            <a:off x="2252663" y="5048250"/>
            <a:ext cx="80963" cy="295275"/>
          </a:xfrm>
          <a:prstGeom xmlns:a="http://schemas.openxmlformats.org/drawingml/2006/main" prst="straightConnector1">
            <a:avLst/>
          </a:prstGeom>
          <a:ln xmlns:a="http://schemas.openxmlformats.org/drawingml/2006/main" w="14288" cap="rnd">
            <a:solidFill>
              <a:srgbClr val="4C862A"/>
            </a:solidFill>
            <a:prstDash val="solid"/>
            <a:round/>
            <a:tailEnd type="triangle" w="sm" len="sm"/>
          </a:ln>
        </p:spPr>
      </p:cxnSp>
      <p:cxnSp>
        <p:nvCxnSpPr>
          <p:cNvPr id="534" name=""/>
          <p:cNvCxnSpPr>
            <a:stCxn xmlns:a="http://schemas.openxmlformats.org/drawingml/2006/main" id="127" idx="2"/>
            <a:endCxn xmlns:a="http://schemas.openxmlformats.org/drawingml/2006/main" id="128" idx="0"/>
          </p:cNvCxnSpPr>
          <p:nvPr/>
        </p:nvCxnSpPr>
        <p:spPr>
          <a:xfrm xmlns:a="http://schemas.openxmlformats.org/drawingml/2006/main">
            <a:off x="2257425" y="6610350"/>
            <a:ext cx="104775" cy="257175"/>
          </a:xfrm>
          <a:prstGeom xmlns:a="http://schemas.openxmlformats.org/drawingml/2006/main" prst="straightConnector1">
            <a:avLst/>
          </a:prstGeom>
          <a:ln xmlns:a="http://schemas.openxmlformats.org/drawingml/2006/main" w="14288" cap="rnd">
            <a:solidFill>
              <a:srgbClr val="4C862A"/>
            </a:solidFill>
            <a:prstDash val="solid"/>
            <a:round/>
            <a:tailEnd type="triangle" w="sm" len="sm"/>
          </a:ln>
        </p:spPr>
      </p:cxnSp>
      <p:cxnSp>
        <p:nvCxnSpPr>
          <p:cNvPr id="535" name=""/>
          <p:cNvCxnSpPr>
            <a:stCxn xmlns:a="http://schemas.openxmlformats.org/drawingml/2006/main" id="194" idx="2"/>
            <a:endCxn xmlns:a="http://schemas.openxmlformats.org/drawingml/2006/main" id="195" idx="0"/>
          </p:cNvCxnSpPr>
          <p:nvPr/>
        </p:nvCxnSpPr>
        <p:spPr>
          <a:xfrm xmlns:a="http://schemas.openxmlformats.org/drawingml/2006/main" flipH="1">
            <a:off x="8434388" y="8582025"/>
            <a:ext cx="23813" cy="400050"/>
          </a:xfrm>
          <a:prstGeom xmlns:a="http://schemas.openxmlformats.org/drawingml/2006/main" prst="straightConnector1">
            <a:avLst/>
          </a:prstGeom>
          <a:ln xmlns:a="http://schemas.openxmlformats.org/drawingml/2006/main" w="11430" cap="rnd">
            <a:solidFill>
              <a:srgbClr val="111111"/>
            </a:solidFill>
            <a:prstDash val="solid"/>
            <a:round/>
            <a:tailEnd type="triangle" w="sm" len="sm"/>
          </a:ln>
        </p:spPr>
      </p:cxnSp>
      <p:cxnSp>
        <p:nvCxnSpPr>
          <p:cNvPr id="536" name=""/>
          <p:cNvCxnSpPr>
            <a:stCxn xmlns:a="http://schemas.openxmlformats.org/drawingml/2006/main" id="203" idx="0"/>
            <a:endCxn xmlns:a="http://schemas.openxmlformats.org/drawingml/2006/main" id="201" idx="2"/>
          </p:cNvCxnSpPr>
          <p:nvPr/>
        </p:nvCxnSpPr>
        <p:spPr>
          <a:xfrm xmlns:a="http://schemas.openxmlformats.org/drawingml/2006/main" flipV="1">
            <a:off x="1919288" y="12249150"/>
            <a:ext cx="95250" cy="180975"/>
          </a:xfrm>
          <a:prstGeom xmlns:a="http://schemas.openxmlformats.org/drawingml/2006/main" prst="straightConnector1">
            <a:avLst/>
          </a:prstGeom>
          <a:ln xmlns:a="http://schemas.openxmlformats.org/drawingml/2006/main" w="11430" cap="rnd">
            <a:solidFill>
              <a:srgbClr val="111111"/>
            </a:solidFill>
            <a:prstDash val="solid"/>
            <a:round/>
            <a:tailEnd type="triangle" w="sm" len="sm"/>
          </a:ln>
        </p:spPr>
      </p:cxnSp>
      <p:cxnSp>
        <p:nvCxnSpPr>
          <p:cNvPr id="537" name=""/>
          <p:cNvCxnSpPr>
            <a:stCxn xmlns:a="http://schemas.openxmlformats.org/drawingml/2006/main" id="214" idx="3"/>
            <a:endCxn xmlns:a="http://schemas.openxmlformats.org/drawingml/2006/main" id="215" idx="1"/>
          </p:cNvCxnSpPr>
          <p:nvPr/>
        </p:nvCxnSpPr>
        <p:spPr>
          <a:xfrm xmlns:a="http://schemas.openxmlformats.org/drawingml/2006/main">
            <a:off x="4581525" y="12492038"/>
            <a:ext cx="257175" cy="0"/>
          </a:xfrm>
          <a:prstGeom xmlns:a="http://schemas.openxmlformats.org/drawingml/2006/main" prst="straightConnector1">
            <a:avLst/>
          </a:prstGeom>
          <a:ln xmlns:a="http://schemas.openxmlformats.org/drawingml/2006/main" w="11430" cap="rnd">
            <a:solidFill>
              <a:srgbClr val="111111"/>
            </a:solidFill>
            <a:prstDash val="solid"/>
            <a:round/>
            <a:tailEnd type="triangle" w="sm" len="sm"/>
          </a:ln>
        </p:spPr>
      </p:cxnSp>
      <p:cxnSp>
        <p:nvCxnSpPr>
          <p:cNvPr id="538" name=""/>
          <p:cNvCxnSpPr>
            <a:stCxn xmlns:a="http://schemas.openxmlformats.org/drawingml/2006/main" id="223" idx="3"/>
            <a:endCxn xmlns:a="http://schemas.openxmlformats.org/drawingml/2006/main" id="224" idx="1"/>
          </p:cNvCxnSpPr>
          <p:nvPr/>
        </p:nvCxnSpPr>
        <p:spPr>
          <a:xfrm xmlns:a="http://schemas.openxmlformats.org/drawingml/2006/main">
            <a:off x="7277100" y="12492038"/>
            <a:ext cx="257175" cy="0"/>
          </a:xfrm>
          <a:prstGeom xmlns:a="http://schemas.openxmlformats.org/drawingml/2006/main" prst="straightConnector1">
            <a:avLst/>
          </a:prstGeom>
          <a:ln xmlns:a="http://schemas.openxmlformats.org/drawingml/2006/main" w="11430" cap="rnd">
            <a:solidFill>
              <a:srgbClr val="111111"/>
            </a:solidFill>
            <a:prstDash val="solid"/>
            <a:round/>
            <a:tailEnd type="triangle" w="sm" len="sm"/>
          </a:ln>
        </p:spPr>
      </p:cxnSp>
      <p:cxnSp>
        <p:nvCxnSpPr>
          <p:cNvPr id="539" name=""/>
          <p:cNvCxnSpPr>
            <a:stCxn xmlns:a="http://schemas.openxmlformats.org/drawingml/2006/main" id="230" idx="3"/>
            <a:endCxn xmlns:a="http://schemas.openxmlformats.org/drawingml/2006/main" id="231" idx="1"/>
          </p:cNvCxnSpPr>
          <p:nvPr/>
        </p:nvCxnSpPr>
        <p:spPr>
          <a:xfrm xmlns:a="http://schemas.openxmlformats.org/drawingml/2006/main">
            <a:off x="5857875" y="13449300"/>
            <a:ext cx="600075" cy="0"/>
          </a:xfrm>
          <a:prstGeom xmlns:a="http://schemas.openxmlformats.org/drawingml/2006/main" prst="straightConnector1">
            <a:avLst/>
          </a:prstGeom>
          <a:ln xmlns:a="http://schemas.openxmlformats.org/drawingml/2006/main" w="11906" cap="rnd">
            <a:solidFill>
              <a:srgbClr val="111111"/>
            </a:solidFill>
            <a:prstDash val="solid"/>
            <a:round/>
            <a:tailEnd type="triangle" w="sm" len="sm"/>
          </a:ln>
        </p:spPr>
      </p:cxnSp>
      <p:cxnSp>
        <p:nvCxnSpPr>
          <p:cNvPr id="540" name=""/>
          <p:cNvCxnSpPr>
            <a:stCxn xmlns:a="http://schemas.openxmlformats.org/drawingml/2006/main" id="231" idx="3"/>
            <a:endCxn xmlns:a="http://schemas.openxmlformats.org/drawingml/2006/main" id="232" idx="1"/>
          </p:cNvCxnSpPr>
          <p:nvPr/>
        </p:nvCxnSpPr>
        <p:spPr>
          <a:xfrm xmlns:a="http://schemas.openxmlformats.org/drawingml/2006/main">
            <a:off x="7486650" y="13449300"/>
            <a:ext cx="561975" cy="0"/>
          </a:xfrm>
          <a:prstGeom xmlns:a="http://schemas.openxmlformats.org/drawingml/2006/main" prst="straightConnector1">
            <a:avLst/>
          </a:prstGeom>
          <a:ln xmlns:a="http://schemas.openxmlformats.org/drawingml/2006/main" w="11906" cap="rnd">
            <a:solidFill>
              <a:srgbClr val="111111"/>
            </a:solidFill>
            <a:prstDash val="solid"/>
            <a:round/>
            <a:tailEnd type="triangle" w="sm" len="sm"/>
          </a:ln>
        </p:spPr>
      </p:cxnSp>
      <p:sp>
        <p:nvSpPr>
          <p:cNvPr id="267" name="e_p31_model">
            <a:extLst xmlns:a="http://schemas.openxmlformats.org/drawingml/2006/main">
              <a:ext uri="{FF2B5EF4-FFF2-40B4-BE49-F238E27FC236}">
                <a16:creationId xmlns:a16="http://schemas.microsoft.com/office/drawing/2014/main" id="{698762F0-9D93-43AD-83D5-B46CA2B4FB68}"/>
              </a:ext>
            </a:extLst>
          </p:cNvPr>
          <p:cNvSpPr>
            <a:spLocks xmlns:a="http://schemas.openxmlformats.org/drawingml/2006/main" noGrp="1"/>
          </p:cNvSpPr>
          <p:nvPr/>
        </p:nvSpPr>
        <p:spPr>
          <a:xfrm xmlns:a="http://schemas.openxmlformats.org/drawingml/2006/main">
            <a:off x="1114425" y="8315325"/>
            <a:ext cx="295275" cy="219075"/>
          </a:xfrm>
          <a:prstGeom xmlns:a="http://schemas.openxmlformats.org/drawingml/2006/main" prst="rightArrow">
            <a:avLst/>
          </a:prstGeom>
          <a:solidFill xmlns:a="http://schemas.openxmlformats.org/drawingml/2006/main">
            <a:srgbClr val="A87345"/>
          </a:solidFill>
          <a:ln xmlns:a="http://schemas.openxmlformats.org/drawingml/2006/main" w="4763">
            <a:solidFill>
              <a:srgbClr val="A87345"/>
            </a:solidFill>
            <a:prstDash val="solid"/>
          </a:ln>
        </p:spPr>
      </p:sp>
      <p:sp>
        <p:nvSpPr>
          <p:cNvPr id="268" name="e_p31_validation">
            <a:extLst xmlns:a="http://schemas.openxmlformats.org/drawingml/2006/main">
              <a:ext uri="{FF2B5EF4-FFF2-40B4-BE49-F238E27FC236}">
                <a16:creationId xmlns:a16="http://schemas.microsoft.com/office/drawing/2014/main" id="{926210A0-A48A-40F2-AA72-24DD67C08F22}"/>
              </a:ext>
            </a:extLst>
          </p:cNvPr>
          <p:cNvSpPr>
            <a:spLocks xmlns:a="http://schemas.openxmlformats.org/drawingml/2006/main" noGrp="1"/>
          </p:cNvSpPr>
          <p:nvPr/>
        </p:nvSpPr>
        <p:spPr>
          <a:xfrm xmlns:a="http://schemas.openxmlformats.org/drawingml/2006/main">
            <a:off x="1114425" y="9144000"/>
            <a:ext cx="295275" cy="219075"/>
          </a:xfrm>
          <a:prstGeom xmlns:a="http://schemas.openxmlformats.org/drawingml/2006/main" prst="rightArrow">
            <a:avLst/>
          </a:prstGeom>
          <a:solidFill xmlns:a="http://schemas.openxmlformats.org/drawingml/2006/main">
            <a:srgbClr val="A87345"/>
          </a:solidFill>
          <a:ln xmlns:a="http://schemas.openxmlformats.org/drawingml/2006/main" w="4763">
            <a:solidFill>
              <a:srgbClr val="A87345"/>
            </a:solidFill>
            <a:prstDash val="solid"/>
          </a:ln>
        </p:spPr>
      </p:sp>
      <p:sp>
        <p:nvSpPr>
          <p:cNvPr id="269" name="e_p31_refinement">
            <a:extLst xmlns:a="http://schemas.openxmlformats.org/drawingml/2006/main">
              <a:ext uri="{FF2B5EF4-FFF2-40B4-BE49-F238E27FC236}">
                <a16:creationId xmlns:a16="http://schemas.microsoft.com/office/drawing/2014/main" id="{446F5B95-F748-4B34-A7AA-F066808C015D}"/>
              </a:ext>
            </a:extLst>
          </p:cNvPr>
          <p:cNvSpPr>
            <a:spLocks xmlns:a="http://schemas.openxmlformats.org/drawingml/2006/main" noGrp="1"/>
          </p:cNvSpPr>
          <p:nvPr/>
        </p:nvSpPr>
        <p:spPr>
          <a:xfrm xmlns:a="http://schemas.openxmlformats.org/drawingml/2006/main">
            <a:off x="1114425" y="9972675"/>
            <a:ext cx="295275" cy="219075"/>
          </a:xfrm>
          <a:prstGeom xmlns:a="http://schemas.openxmlformats.org/drawingml/2006/main" prst="rightArrow">
            <a:avLst/>
          </a:prstGeom>
          <a:solidFill xmlns:a="http://schemas.openxmlformats.org/drawingml/2006/main">
            <a:srgbClr val="A87345"/>
          </a:solidFill>
          <a:ln xmlns:a="http://schemas.openxmlformats.org/drawingml/2006/main" w="4763">
            <a:solidFill>
              <a:srgbClr val="A87345"/>
            </a:solidFill>
            <a:prstDash val="solid"/>
          </a:ln>
        </p:spPr>
      </p:sp>
      <p:sp>
        <p:nvSpPr>
          <p:cNvPr id="270" name="p11_lead_arrow">
            <a:extLst xmlns:a="http://schemas.openxmlformats.org/drawingml/2006/main">
              <a:ext uri="{FF2B5EF4-FFF2-40B4-BE49-F238E27FC236}">
                <a16:creationId xmlns:a16="http://schemas.microsoft.com/office/drawing/2014/main" id="{94961105-59F9-434E-8466-6FF981522B7E}"/>
              </a:ext>
            </a:extLst>
          </p:cNvPr>
          <p:cNvSpPr>
            <a:spLocks xmlns:a="http://schemas.openxmlformats.org/drawingml/2006/main" noGrp="1"/>
          </p:cNvSpPr>
          <p:nvPr/>
        </p:nvSpPr>
        <p:spPr>
          <a:xfrm xmlns:a="http://schemas.openxmlformats.org/drawingml/2006/main">
            <a:off x="3295650" y="1381125"/>
            <a:ext cx="200025" cy="447675"/>
          </a:xfrm>
          <a:prstGeom xmlns:a="http://schemas.openxmlformats.org/drawingml/2006/main" prst="downArrow">
            <a:avLst/>
          </a:prstGeom>
          <a:solidFill xmlns:a="http://schemas.openxmlformats.org/drawingml/2006/main">
            <a:srgbClr val="2779D1"/>
          </a:solidFill>
          <a:ln xmlns:a="http://schemas.openxmlformats.org/drawingml/2006/main" w="4763">
            <a:solidFill>
              <a:srgbClr val="2779D1"/>
            </a:solidFill>
            <a:prstDash val="solid"/>
          </a:ln>
        </p:spPr>
      </p:sp>
      <p:sp>
        <p:nvSpPr>
          <p:cNvPr id="271" name="p11_summary_arrow">
            <a:extLst xmlns:a="http://schemas.openxmlformats.org/drawingml/2006/main">
              <a:ext uri="{FF2B5EF4-FFF2-40B4-BE49-F238E27FC236}">
                <a16:creationId xmlns:a16="http://schemas.microsoft.com/office/drawing/2014/main" id="{784D0EA6-9579-4CA5-8763-D1D10CCC0AC4}"/>
              </a:ext>
            </a:extLst>
          </p:cNvPr>
          <p:cNvSpPr>
            <a:spLocks xmlns:a="http://schemas.openxmlformats.org/drawingml/2006/main" noGrp="1"/>
          </p:cNvSpPr>
          <p:nvPr/>
        </p:nvSpPr>
        <p:spPr>
          <a:xfrm xmlns:a="http://schemas.openxmlformats.org/drawingml/2006/main">
            <a:off x="3295650" y="1847850"/>
            <a:ext cx="200025" cy="361950"/>
          </a:xfrm>
          <a:prstGeom xmlns:a="http://schemas.openxmlformats.org/drawingml/2006/main" prst="downArrow">
            <a:avLst/>
          </a:prstGeom>
          <a:solidFill xmlns:a="http://schemas.openxmlformats.org/drawingml/2006/main">
            <a:srgbClr val="2779D1"/>
          </a:solidFill>
          <a:ln xmlns:a="http://schemas.openxmlformats.org/drawingml/2006/main" w="4763">
            <a:solidFill>
              <a:srgbClr val="2779D1"/>
            </a:solidFill>
            <a:prstDash val="solid"/>
          </a:ln>
        </p:spPr>
      </p:sp>
      <p:sp>
        <p:nvSpPr>
          <p:cNvPr id="272" name="p12_include_arrow">
            <a:extLst xmlns:a="http://schemas.openxmlformats.org/drawingml/2006/main">
              <a:ext uri="{FF2B5EF4-FFF2-40B4-BE49-F238E27FC236}">
                <a16:creationId xmlns:a16="http://schemas.microsoft.com/office/drawing/2014/main" id="{F88C2BE3-408A-4810-8E74-F47AE2C97389}"/>
              </a:ext>
            </a:extLst>
          </p:cNvPr>
          <p:cNvSpPr>
            <a:spLocks xmlns:a="http://schemas.openxmlformats.org/drawingml/2006/main" noGrp="1"/>
          </p:cNvSpPr>
          <p:nvPr/>
        </p:nvSpPr>
        <p:spPr>
          <a:xfrm xmlns:a="http://schemas.openxmlformats.org/drawingml/2006/main">
            <a:off x="4143375" y="2124075"/>
            <a:ext cx="304800" cy="266700"/>
          </a:xfrm>
          <a:prstGeom xmlns:a="http://schemas.openxmlformats.org/drawingml/2006/main" prst="rightArrow">
            <a:avLst/>
          </a:prstGeom>
          <a:solidFill xmlns:a="http://schemas.openxmlformats.org/drawingml/2006/main">
            <a:srgbClr val="2779D1"/>
          </a:solidFill>
          <a:ln xmlns:a="http://schemas.openxmlformats.org/drawingml/2006/main" w="4763">
            <a:solidFill>
              <a:srgbClr val="2779D1"/>
            </a:solidFill>
            <a:prstDash val="solid"/>
          </a:ln>
        </p:spPr>
      </p:sp>
      <p:sp>
        <p:nvSpPr>
          <p:cNvPr id="273" name="p21_got_arrow_1">
            <a:extLst xmlns:a="http://schemas.openxmlformats.org/drawingml/2006/main">
              <a:ext uri="{FF2B5EF4-FFF2-40B4-BE49-F238E27FC236}">
                <a16:creationId xmlns:a16="http://schemas.microsoft.com/office/drawing/2014/main" id="{71D323ED-C6D3-4C83-856C-1E74E2991BDA}"/>
              </a:ext>
            </a:extLst>
          </p:cNvPr>
          <p:cNvSpPr>
            <a:spLocks xmlns:a="http://schemas.openxmlformats.org/drawingml/2006/main" noGrp="1"/>
          </p:cNvSpPr>
          <p:nvPr/>
        </p:nvSpPr>
        <p:spPr>
          <a:xfrm xmlns:a="http://schemas.openxmlformats.org/drawingml/2006/main">
            <a:off x="1152525" y="5038725"/>
            <a:ext cx="161925" cy="333375"/>
          </a:xfrm>
          <a:prstGeom xmlns:a="http://schemas.openxmlformats.org/drawingml/2006/main" prst="downArrow">
            <a:avLst/>
          </a:prstGeom>
          <a:solidFill xmlns:a="http://schemas.openxmlformats.org/drawingml/2006/main">
            <a:srgbClr val="4C862A"/>
          </a:solidFill>
          <a:ln xmlns:a="http://schemas.openxmlformats.org/drawingml/2006/main" w="4763">
            <a:solidFill>
              <a:srgbClr val="4C862A"/>
            </a:solidFill>
            <a:prstDash val="solid"/>
          </a:ln>
        </p:spPr>
      </p:sp>
      <p:sp>
        <p:nvSpPr>
          <p:cNvPr id="274" name="p21_got_arrow_2">
            <a:extLst xmlns:a="http://schemas.openxmlformats.org/drawingml/2006/main">
              <a:ext uri="{FF2B5EF4-FFF2-40B4-BE49-F238E27FC236}">
                <a16:creationId xmlns:a16="http://schemas.microsoft.com/office/drawing/2014/main" id="{C424656C-5BCE-435C-984B-DD2CB1A585E9}"/>
              </a:ext>
            </a:extLst>
          </p:cNvPr>
          <p:cNvSpPr>
            <a:spLocks xmlns:a="http://schemas.openxmlformats.org/drawingml/2006/main" noGrp="1"/>
          </p:cNvSpPr>
          <p:nvPr/>
        </p:nvSpPr>
        <p:spPr>
          <a:xfrm xmlns:a="http://schemas.openxmlformats.org/drawingml/2006/main">
            <a:off x="1152525" y="6581775"/>
            <a:ext cx="161925" cy="333375"/>
          </a:xfrm>
          <a:prstGeom xmlns:a="http://schemas.openxmlformats.org/drawingml/2006/main" prst="downArrow">
            <a:avLst/>
          </a:prstGeom>
          <a:solidFill xmlns:a="http://schemas.openxmlformats.org/drawingml/2006/main">
            <a:srgbClr val="4C862A"/>
          </a:solidFill>
          <a:ln xmlns:a="http://schemas.openxmlformats.org/drawingml/2006/main" w="4763">
            <a:solidFill>
              <a:srgbClr val="4C862A"/>
            </a:solidFill>
            <a:prstDash val="solid"/>
          </a:ln>
        </p:spPr>
      </p:sp>
    </p:spTree>
    <p:extLst>
      <p:ext uri="{BB962C8B-B14F-4D97-AF65-F5344CB8AC3E}">
        <p14:creationId xmlns:p14="http://schemas.microsoft.com/office/powerpoint/2010/main" val="17599072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2026-08-09T16:25:44.6020000Z</dcterms:created>
  <dcterms:modified xsi:type="dcterms:W3CDTF">2026-08-09T16:25:44.6020000Z</dcterms:modified>
</coreProperties>
</file>