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be763b504f434f" /><Relationship Type="http://schemas.openxmlformats.org/officeDocument/2006/relationships/extended-properties" Target="/docProps/app.xml" Id="R8c4a7cb2a42947f6" /><Relationship Type="http://schemas.openxmlformats.org/officeDocument/2006/relationships/officeDocument" Target="/ppt/presentation.xml" Id="Rd407e3a8b01c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9fd521e99c40ba"/>
  </p:sldMasterIdLst>
  <p:notesMasterIdLst>
    <p:notesMasterId xmlns:r="http://schemas.openxmlformats.org/officeDocument/2006/relationships" r:id="R69167296174f4235"/>
  </p:notesMasterIdLst>
  <p:sldIdLst>
    <p:sldId xmlns:r="http://schemas.openxmlformats.org/officeDocument/2006/relationships" id="256" r:id="R7e6c3d686c0449db"/>
  </p:sldIdLst>
  <p:sldSz cx="7772400" cy="55530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e37542b5734fa4" /><Relationship Type="http://schemas.openxmlformats.org/officeDocument/2006/relationships/slideMaster" Target="/ppt/slideMasters/slideMaster1.xml" Id="R0c9fd521e99c40ba" /><Relationship Type="http://schemas.openxmlformats.org/officeDocument/2006/relationships/notesMaster" Target="/ppt/notesMasters/notesMaster1.xml" Id="R69167296174f4235" /><Relationship Type="http://schemas.openxmlformats.org/officeDocument/2006/relationships/presProps" Target="/ppt/presProps.xml" Id="R22894b1c759944df" /><Relationship Type="http://schemas.openxmlformats.org/officeDocument/2006/relationships/tableStyles" Target="/ppt/tableStyles.xml" Id="R7288f32f4da943f0" /><Relationship Type="http://schemas.openxmlformats.org/officeDocument/2006/relationships/slide" Target="/ppt/slides/slide1.xml" Id="R7e6c3d686c0449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54aa54b8945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eeb5a0e37f491c" /><Relationship Type="http://schemas.openxmlformats.org/officeDocument/2006/relationships/notesMaster" Target="/ppt/notesMasters/notesMaster1.xml" Id="R310ccc1547ad4f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9008dcaa245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5b217495d640fe" /><Relationship Type="http://schemas.openxmlformats.org/officeDocument/2006/relationships/slideLayout" Target="/ppt/slideLayouts/slideLayout1.xml" Id="R8be1090573864f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1090573864f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d5f21936d42f1" /><Relationship Type="http://schemas.openxmlformats.org/officeDocument/2006/relationships/notesSlide" Target="/ppt/notesSlides/notesSlide1.xml" Id="R33c116b563944f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cycle-i-boundary">
            <a:extLst xmlns:a="http://schemas.openxmlformats.org/drawingml/2006/main">
              <a:ext uri="{FF2B5EF4-FFF2-40B4-BE49-F238E27FC236}">
                <a16:creationId xmlns:a16="http://schemas.microsoft.com/office/drawing/2014/main" id="{F4E6366A-70CD-415D-9438-9D032C7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" y="161925"/>
            <a:ext cx="3657600" cy="522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000000"/>
            </a:solidFill>
            <a:prstDash val="solid"/>
          </a:ln>
        </p:spPr>
      </p:sp>
      <p:sp>
        <p:nvSpPr>
          <p:cNvPr id="2" name="cycle-i-plus-1-boundary">
            <a:extLst xmlns:a="http://schemas.openxmlformats.org/drawingml/2006/main">
              <a:ext uri="{FF2B5EF4-FFF2-40B4-BE49-F238E27FC236}">
                <a16:creationId xmlns:a16="http://schemas.microsoft.com/office/drawing/2014/main" id="{CA4A8AFF-80A4-4CAE-86B5-B585C528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61925"/>
            <a:ext cx="3667125" cy="522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526">
            <a:solidFill>
              <a:srgbClr val="000000"/>
            </a:solidFill>
            <a:prstDash val="solid"/>
          </a:ln>
        </p:spPr>
      </p:sp>
      <p:sp>
        <p:nvSpPr>
          <p:cNvPr id="3" name="qobs_i">
            <a:extLst xmlns:a="http://schemas.openxmlformats.org/drawingml/2006/main">
              <a:ext uri="{FF2B5EF4-FFF2-40B4-BE49-F238E27FC236}">
                <a16:creationId xmlns:a16="http://schemas.microsoft.com/office/drawing/2014/main" id="{1D0C98C5-A5F8-47CE-8136-39380A92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571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Ω</m:t>
                      </m:r>
                    </m:e>
                    <m:sub>
                      <m:r>
                        <m:t>obs</m:t>
                      </m:r>
                    </m:sub>
                    <m:sup>
                      <m:r>
                        <m:t>i</m:t>
                      </m:r>
                    </m:sup>
                  </m:sSubSup>
                </m:oMath>
              </m:oMathPara>
            </a14:m>
          </a:p>
        </p:txBody>
      </p:sp>
      <p:sp>
        <p:nvSpPr>
          <p:cNvPr id="4" name="omega_i">
            <a:extLst xmlns:a="http://schemas.openxmlformats.org/drawingml/2006/main">
              <a:ext uri="{FF2B5EF4-FFF2-40B4-BE49-F238E27FC236}">
                <a16:creationId xmlns:a16="http://schemas.microsoft.com/office/drawing/2014/main" id="{5A0352FB-5434-4FCA-8527-0F6DE520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12395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Ω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5" name="kt_i">
            <a:extLst xmlns:a="http://schemas.openxmlformats.org/drawingml/2006/main">
              <a:ext uri="{FF2B5EF4-FFF2-40B4-BE49-F238E27FC236}">
                <a16:creationId xmlns:a16="http://schemas.microsoft.com/office/drawing/2014/main" id="{72EE42B0-024F-4C9F-914F-C7D1D164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1450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K</m:t>
                      </m:r>
                    </m:e>
                    <m:sub>
                      <m:r>
                        <m:t>t</m:t>
                      </m:r>
                    </m:sub>
                    <m:sup>
                      <m:r>
                        <m:t>i</m:t>
                      </m:r>
                    </m:sup>
                  </m:sSubSup>
                </m:oMath>
              </m:oMathPara>
            </a14:m>
          </a:p>
        </p:txBody>
      </p:sp>
      <p:sp>
        <p:nvSpPr>
          <p:cNvPr id="6" name="sigma_i">
            <a:extLst xmlns:a="http://schemas.openxmlformats.org/drawingml/2006/main">
              <a:ext uri="{FF2B5EF4-FFF2-40B4-BE49-F238E27FC236}">
                <a16:creationId xmlns:a16="http://schemas.microsoft.com/office/drawing/2014/main" id="{74240B93-F3DC-4393-81C2-216C22E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743075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σ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7" name="delta_k_i">
            <a:extLst xmlns:a="http://schemas.openxmlformats.org/drawingml/2006/main">
              <a:ext uri="{FF2B5EF4-FFF2-40B4-BE49-F238E27FC236}">
                <a16:creationId xmlns:a16="http://schemas.microsoft.com/office/drawing/2014/main" id="{D78459DD-906E-4695-9D32-A7FE8BF0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09800"/>
            <a:ext cx="971550" cy="457200"/>
          </a:xfrm>
          <a:custGeom xmlns:a="http://schemas.openxmlformats.org/drawingml/2006/main">
            <a:pathLst>
              <a:path w="971550" h="457200">
                <a:moveTo>
                  <a:pt x="0" y="0"/>
                </a:moveTo>
                <a:lnTo>
                  <a:pt x="971550" y="0"/>
                </a:lnTo>
                <a:lnTo>
                  <a:pt x="485775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Δ</m:t>
                  </m:r>
                  <m:sSubSup>
                    <m:e>
                      <m:r>
                        <m:t>K</m:t>
                      </m:r>
                    </m:e>
                    <m:sub>
                      <m:r>
                        <m:t>d</m:t>
                      </m:r>
                    </m:sub>
                    <m:sup>
                      <m:r>
                        <m:t>i</m:t>
                      </m:r>
                    </m:sup>
                  </m:sSubSup>
                </m:oMath>
              </m:oMathPara>
            </a14:m>
          </a:p>
        </p:txBody>
      </p:sp>
      <p:sp>
        <p:nvSpPr>
          <p:cNvPr id="8" name="lnc_i">
            <a:extLst xmlns:a="http://schemas.openxmlformats.org/drawingml/2006/main">
              <a:ext uri="{FF2B5EF4-FFF2-40B4-BE49-F238E27FC236}">
                <a16:creationId xmlns:a16="http://schemas.microsoft.com/office/drawing/2014/main" id="{4B4EDDA8-8ECA-47D2-A6EB-51E7A3253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57475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ln</m:t>
                  </m:r>
                  <m:r>
                    <m:t xml:space="preserve"> </m:t>
                  </m:r>
                  <m:sSup>
                    <m:e>
                      <m:r>
                        <m:t>C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9" name="delta_a_i">
            <a:extLst xmlns:a="http://schemas.openxmlformats.org/drawingml/2006/main">
              <a:ext uri="{FF2B5EF4-FFF2-40B4-BE49-F238E27FC236}">
                <a16:creationId xmlns:a16="http://schemas.microsoft.com/office/drawing/2014/main" id="{B0229EC4-219B-40F1-8788-E4219C79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095625"/>
            <a:ext cx="952500" cy="457200"/>
          </a:xfrm>
          <a:custGeom xmlns:a="http://schemas.openxmlformats.org/drawingml/2006/main">
            <a:pathLst>
              <a:path w="952500" h="457200">
                <a:moveTo>
                  <a:pt x="0" y="0"/>
                </a:moveTo>
                <a:lnTo>
                  <a:pt x="952500" y="0"/>
                </a:lnTo>
                <a:lnTo>
                  <a:pt x="476250" y="4572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Δ</m:t>
                  </m:r>
                  <m:sSup>
                    <m:e>
                      <m:r>
                        <m:t>a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10" name="m_i">
            <a:extLst xmlns:a="http://schemas.openxmlformats.org/drawingml/2006/main">
              <a:ext uri="{FF2B5EF4-FFF2-40B4-BE49-F238E27FC236}">
                <a16:creationId xmlns:a16="http://schemas.microsoft.com/office/drawing/2014/main" id="{01B39F08-BFEA-4531-8A14-505F8452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457575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m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11" name="a_i">
            <a:extLst xmlns:a="http://schemas.openxmlformats.org/drawingml/2006/main">
              <a:ext uri="{FF2B5EF4-FFF2-40B4-BE49-F238E27FC236}">
                <a16:creationId xmlns:a16="http://schemas.microsoft.com/office/drawing/2014/main" id="{06799E6F-2B12-4324-B135-E941B108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71925"/>
            <a:ext cx="952500" cy="476250"/>
          </a:xfrm>
          <a:custGeom xmlns:a="http://schemas.openxmlformats.org/drawingml/2006/main">
            <a:pathLst>
              <a:path w="952500" h="476250">
                <a:moveTo>
                  <a:pt x="0" y="0"/>
                </a:moveTo>
                <a:lnTo>
                  <a:pt x="952500" y="0"/>
                </a:lnTo>
                <a:lnTo>
                  <a:pt x="476250" y="4762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a</m:t>
                      </m:r>
                    </m:e>
                    <m:sup>
                      <m:r>
                        <m:t>i</m:t>
                      </m:r>
                    </m:sup>
                  </m:sSup>
                </m:oMath>
              </m:oMathPara>
            </a14:m>
          </a:p>
        </p:txBody>
      </p:sp>
      <p:sp>
        <p:nvSpPr>
          <p:cNvPr id="12" name="a0_i">
            <a:extLst xmlns:a="http://schemas.openxmlformats.org/drawingml/2006/main">
              <a:ext uri="{FF2B5EF4-FFF2-40B4-BE49-F238E27FC236}">
                <a16:creationId xmlns:a16="http://schemas.microsoft.com/office/drawing/2014/main" id="{FE570FAF-8CDD-4FFB-BB36-CA123C0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00050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a</m:t>
                      </m:r>
                    </m:e>
                    <m:sub>
                      <m:r>
                        <m:t>0</m:t>
                      </m:r>
                    </m:sub>
                    <m:sup>
                      <m:r>
                        <m:t>i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3" name="aobs_i">
            <a:extLst xmlns:a="http://schemas.openxmlformats.org/drawingml/2006/main">
              <a:ext uri="{FF2B5EF4-FFF2-40B4-BE49-F238E27FC236}">
                <a16:creationId xmlns:a16="http://schemas.microsoft.com/office/drawing/2014/main" id="{B5DC8203-2E4F-4E0F-8E0D-0DCC5FBD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848225"/>
            <a:ext cx="8572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a</m:t>
                      </m:r>
                    </m:e>
                    <m:sub>
                      <m:r>
                        <m:t>obs</m:t>
                      </m:r>
                    </m:sub>
                    <m:sup>
                      <m:r>
                        <m:t>i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4" name="qobs_i1">
            <a:extLst xmlns:a="http://schemas.openxmlformats.org/drawingml/2006/main">
              <a:ext uri="{FF2B5EF4-FFF2-40B4-BE49-F238E27FC236}">
                <a16:creationId xmlns:a16="http://schemas.microsoft.com/office/drawing/2014/main" id="{D5A81306-429A-46F9-A722-033437B5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47650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Ω</m:t>
                      </m:r>
                    </m:e>
                    <m:sub>
                      <m:r>
                        <m:t>obs</m:t>
                      </m:r>
                    </m:sub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5" name="omega_i1">
            <a:extLst xmlns:a="http://schemas.openxmlformats.org/drawingml/2006/main">
              <a:ext uri="{FF2B5EF4-FFF2-40B4-BE49-F238E27FC236}">
                <a16:creationId xmlns:a16="http://schemas.microsoft.com/office/drawing/2014/main" id="{3FE6DCF6-F0F8-45A5-AB96-5E3C3F45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114425"/>
            <a:ext cx="981075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Ω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16" name="kt_i1">
            <a:extLst xmlns:a="http://schemas.openxmlformats.org/drawingml/2006/main">
              <a:ext uri="{FF2B5EF4-FFF2-40B4-BE49-F238E27FC236}">
                <a16:creationId xmlns:a16="http://schemas.microsoft.com/office/drawing/2014/main" id="{0EAE1D05-C3B2-43BB-A15C-FE836044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85925"/>
            <a:ext cx="981075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K</m:t>
                      </m:r>
                    </m:e>
                    <m:sub>
                      <m:r>
                        <m:t>t</m:t>
                      </m:r>
                    </m:sub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7" name="sigma_i1">
            <a:extLst xmlns:a="http://schemas.openxmlformats.org/drawingml/2006/main">
              <a:ext uri="{FF2B5EF4-FFF2-40B4-BE49-F238E27FC236}">
                <a16:creationId xmlns:a16="http://schemas.microsoft.com/office/drawing/2014/main" id="{E53E0623-C761-43F4-AF35-7517AC99C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9545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σ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18" name="delta_k_i1">
            <a:extLst xmlns:a="http://schemas.openxmlformats.org/drawingml/2006/main">
              <a:ext uri="{FF2B5EF4-FFF2-40B4-BE49-F238E27FC236}">
                <a16:creationId xmlns:a16="http://schemas.microsoft.com/office/drawing/2014/main" id="{65827218-A27F-4C09-BB28-62B952C1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00275"/>
            <a:ext cx="962025" cy="466725"/>
          </a:xfrm>
          <a:custGeom xmlns:a="http://schemas.openxmlformats.org/drawingml/2006/main">
            <a:pathLst>
              <a:path w="962025" h="466725">
                <a:moveTo>
                  <a:pt x="0" y="0"/>
                </a:moveTo>
                <a:lnTo>
                  <a:pt x="962025" y="0"/>
                </a:lnTo>
                <a:lnTo>
                  <a:pt x="481013" y="466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Δ</m:t>
                  </m:r>
                  <m:sSubSup>
                    <m:e>
                      <m:r>
                        <m:t>K</m:t>
                      </m:r>
                    </m:e>
                    <m:sub>
                      <m:r>
                        <m:t>d</m:t>
                      </m:r>
                    </m:sub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bSup>
                </m:oMath>
              </m:oMathPara>
            </a14:m>
          </a:p>
        </p:txBody>
      </p:sp>
      <p:sp>
        <p:nvSpPr>
          <p:cNvPr id="19" name="lnc_i1">
            <a:extLst xmlns:a="http://schemas.openxmlformats.org/drawingml/2006/main">
              <a:ext uri="{FF2B5EF4-FFF2-40B4-BE49-F238E27FC236}">
                <a16:creationId xmlns:a16="http://schemas.microsoft.com/office/drawing/2014/main" id="{0D5FCA6B-DCF4-48D1-B89C-D42E3353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ln</m:t>
                  </m:r>
                  <m:r>
                    <m:t xml:space="preserve"> </m:t>
                  </m:r>
                  <m:sSup>
                    <m:e>
                      <m:r>
                        <m:t>C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20" name="delta_a_i1">
            <a:extLst xmlns:a="http://schemas.openxmlformats.org/drawingml/2006/main">
              <a:ext uri="{FF2B5EF4-FFF2-40B4-BE49-F238E27FC236}">
                <a16:creationId xmlns:a16="http://schemas.microsoft.com/office/drawing/2014/main" id="{9665EA9E-6763-4417-953D-EC205E0A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86100"/>
            <a:ext cx="952500" cy="466725"/>
          </a:xfrm>
          <a:custGeom xmlns:a="http://schemas.openxmlformats.org/drawingml/2006/main">
            <a:pathLst>
              <a:path w="952500" h="466725">
                <a:moveTo>
                  <a:pt x="0" y="0"/>
                </a:moveTo>
                <a:lnTo>
                  <a:pt x="952500" y="0"/>
                </a:lnTo>
                <a:lnTo>
                  <a:pt x="476250" y="466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r>
                    <m:t>Δ</m:t>
                  </m:r>
                  <m:sSup>
                    <m:e>
                      <m:r>
                        <m:t>a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21" name="m_i1">
            <a:extLst xmlns:a="http://schemas.openxmlformats.org/drawingml/2006/main">
              <a:ext uri="{FF2B5EF4-FFF2-40B4-BE49-F238E27FC236}">
                <a16:creationId xmlns:a16="http://schemas.microsoft.com/office/drawing/2014/main" id="{2259212B-A60E-453E-8B02-526098CD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0995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m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22" name="a_i1">
            <a:extLst xmlns:a="http://schemas.openxmlformats.org/drawingml/2006/main">
              <a:ext uri="{FF2B5EF4-FFF2-40B4-BE49-F238E27FC236}">
                <a16:creationId xmlns:a16="http://schemas.microsoft.com/office/drawing/2014/main" id="{4143DC1E-0895-4529-B2F2-1148B92D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62400"/>
            <a:ext cx="952500" cy="466725"/>
          </a:xfrm>
          <a:custGeom xmlns:a="http://schemas.openxmlformats.org/drawingml/2006/main">
            <a:pathLst>
              <a:path w="952500" h="466725">
                <a:moveTo>
                  <a:pt x="0" y="0"/>
                </a:moveTo>
                <a:lnTo>
                  <a:pt x="952500" y="0"/>
                </a:lnTo>
                <a:lnTo>
                  <a:pt x="476250" y="4667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p>
                    <m:e>
                      <m:r>
                        <m:t>a</m:t>
                      </m:r>
                    </m:e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p>
                </m:oMath>
              </m:oMathPara>
            </a14:m>
          </a:p>
        </p:txBody>
      </p:sp>
      <p:sp>
        <p:nvSpPr>
          <p:cNvPr id="23" name="a0_i1">
            <a:extLst xmlns:a="http://schemas.openxmlformats.org/drawingml/2006/main">
              <a:ext uri="{FF2B5EF4-FFF2-40B4-BE49-F238E27FC236}">
                <a16:creationId xmlns:a16="http://schemas.microsoft.com/office/drawing/2014/main" id="{A827FA95-9142-43A2-881A-ACAE9E440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62400"/>
            <a:ext cx="981075" cy="447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a</m:t>
                      </m:r>
                    </m:e>
                    <m:sub>
                      <m:r>
                        <m:t>0</m:t>
                      </m:r>
                    </m:sub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bSup>
                </m:oMath>
              </m:oMathPara>
            </a14:m>
          </a:p>
        </p:txBody>
      </p:sp>
      <p:sp>
        <p:nvSpPr>
          <p:cNvPr id="24" name="aobs_i1">
            <a:extLst xmlns:a="http://schemas.openxmlformats.org/drawingml/2006/main">
              <a:ext uri="{FF2B5EF4-FFF2-40B4-BE49-F238E27FC236}">
                <a16:creationId xmlns:a16="http://schemas.microsoft.com/office/drawing/2014/main" id="{29BF2CAA-0E9D-43F5-A866-2E768894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4829175"/>
            <a:ext cx="857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526">
            <a:solidFill>
              <a:srgbClr val="000000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Para xmlns:m="http://schemas.openxmlformats.org/officeDocument/2006/math">
                <m:oMath>
                  <m:sSubSup>
                    <m:e>
                      <m:r>
                        <m:t>a</m:t>
                      </m:r>
                    </m:e>
                    <m:sub>
                      <m:r>
                        <m:t>obs</m:t>
                      </m:r>
                    </m:sub>
                    <m:sup>
                      <m:r>
                        <m:t>i</m:t>
                      </m:r>
                      <m:r>
                        <m:t>+</m:t>
                      </m:r>
                      <m:r>
                        <m:t>1</m:t>
                      </m:r>
                    </m:sup>
                  </m:sSubSup>
                </m:oMath>
              </m:oMathPara>
            </a14:m>
          </a:p>
        </p:txBody>
      </p:sp>
      <p:cxnSp>
        <p:nvCxnSpPr>
          <p:cNvPr id="141" name="omega_i-to-qobs_i"/>
          <p:cNvCxnSpPr>
            <a:stCxn xmlns:a="http://schemas.openxmlformats.org/drawingml/2006/main" id="4" idx="0"/>
            <a:endCxn xmlns:a="http://schemas.openxmlformats.org/drawingml/2006/main" id="3" idx="2"/>
          </p:cNvCxnSpPr>
          <p:nvPr/>
        </p:nvCxnSpPr>
        <p:spPr>
          <a:xfrm xmlns:a="http://schemas.openxmlformats.org/drawingml/2006/main" flipV="1">
            <a:off x="1928813" y="714375"/>
            <a:ext cx="52388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2" name="omega_i-to-kt_i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862013" y="1347788"/>
            <a:ext cx="576263" cy="366713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3" name="omega_i-to-delta_k_i"/>
          <p:cNvCxnSpPr>
            <a:stCxn xmlns:a="http://schemas.openxmlformats.org/drawingml/2006/main" id="4" idx="4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928813" y="1571625"/>
            <a:ext cx="23813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4" name="kt_i-to-delta_k_i"/>
          <p:cNvCxnSpPr>
            <a:stCxn xmlns:a="http://schemas.openxmlformats.org/drawingml/2006/main" id="5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352550" y="1938338"/>
            <a:ext cx="114300" cy="500063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5" name="sigma_i-to-delta_k_i"/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2438400" y="1966913"/>
            <a:ext cx="400050" cy="471488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6" name="a0_i-to-delta_k_i"/>
          <p:cNvCxnSpPr>
            <a:stCxn xmlns:a="http://schemas.openxmlformats.org/drawingml/2006/main" id="12" idx="0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766763" y="2438400"/>
            <a:ext cx="700088" cy="156210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7" name="delta_k_i-to-delta_a_i"/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952625" y="2667000"/>
            <a:ext cx="952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8" name="lnc_i-to-delta_a_i"/>
          <p:cNvCxnSpPr>
            <a:stCxn xmlns:a="http://schemas.openxmlformats.org/drawingml/2006/main" id="8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2438400" y="2881313"/>
            <a:ext cx="400050" cy="442913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49" name="m_i-to-delta_a_i"/>
          <p:cNvCxnSpPr>
            <a:stCxn xmlns:a="http://schemas.openxmlformats.org/drawingml/2006/main" id="10" idx="2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 flipV="1">
            <a:off x="2438400" y="3324225"/>
            <a:ext cx="409575" cy="357188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0" name="delta_a_i-to-a_i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943100" y="3552825"/>
            <a:ext cx="19050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1" name="a0_i-to-a_i"/>
          <p:cNvCxnSpPr>
            <a:stCxn xmlns:a="http://schemas.openxmlformats.org/drawingml/2006/main" id="12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1257300" y="4210050"/>
            <a:ext cx="20955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2" name="a_i-to-aobs_i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943100" y="44481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3" name="omega_i1-to-qobs_i1"/>
          <p:cNvCxnSpPr>
            <a:stCxn xmlns:a="http://schemas.openxmlformats.org/drawingml/2006/main" id="15" idx="0"/>
            <a:endCxn xmlns:a="http://schemas.openxmlformats.org/drawingml/2006/main" id="14" idx="2"/>
          </p:cNvCxnSpPr>
          <p:nvPr/>
        </p:nvCxnSpPr>
        <p:spPr>
          <a:xfrm xmlns:a="http://schemas.openxmlformats.org/drawingml/2006/main" flipV="1">
            <a:off x="5643563" y="704850"/>
            <a:ext cx="52388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4" name="omega_i1-to-kt_i1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4567238" y="1343025"/>
            <a:ext cx="585788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5" name="omega_i1-to-delta_k_i1"/>
          <p:cNvCxnSpPr>
            <a:stCxn xmlns:a="http://schemas.openxmlformats.org/drawingml/2006/main" id="15" idx="4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643563" y="1571625"/>
            <a:ext cx="28575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6" name="kt_i1-to-delta_k_i1"/>
          <p:cNvCxnSpPr>
            <a:stCxn xmlns:a="http://schemas.openxmlformats.org/drawingml/2006/main" id="16" idx="6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57775" y="1914525"/>
            <a:ext cx="133350" cy="519113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7" name="sigma_i1-to-delta_k_i1"/>
          <p:cNvCxnSpPr>
            <a:stCxn xmlns:a="http://schemas.openxmlformats.org/drawingml/2006/main" id="17" idx="2"/>
            <a:endCxn xmlns:a="http://schemas.openxmlformats.org/drawingml/2006/main" id="18" idx="3"/>
          </p:cNvCxnSpPr>
          <p:nvPr/>
        </p:nvCxnSpPr>
        <p:spPr>
          <a:xfrm xmlns:a="http://schemas.openxmlformats.org/drawingml/2006/main" flipH="1">
            <a:off x="6153150" y="1919288"/>
            <a:ext cx="40005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8" name="a0_i1-to-delta_k_i1"/>
          <p:cNvCxnSpPr>
            <a:stCxn xmlns:a="http://schemas.openxmlformats.org/drawingml/2006/main" id="23" idx="0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4491038" y="2433638"/>
            <a:ext cx="700088" cy="1528763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59" name="delta_k_i1-to-delta_a_i1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672138" y="2667000"/>
            <a:ext cx="4763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0" name="lnc_i1-to-delta_a_i1"/>
          <p:cNvCxnSpPr>
            <a:stCxn xmlns:a="http://schemas.openxmlformats.org/drawingml/2006/main" id="19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6153150" y="2833688"/>
            <a:ext cx="40005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1" name="m_i1-to-delta_a_i1"/>
          <p:cNvCxnSpPr>
            <a:stCxn xmlns:a="http://schemas.openxmlformats.org/drawingml/2006/main" id="21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 flipV="1">
            <a:off x="6153150" y="3319463"/>
            <a:ext cx="40005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2" name="delta_a_i1-to-a_i1"/>
          <p:cNvCxnSpPr>
            <a:stCxn xmlns:a="http://schemas.openxmlformats.org/drawingml/2006/main" id="20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5657850" y="3552825"/>
            <a:ext cx="1905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3" name="a0_i1-to-a_i1"/>
          <p:cNvCxnSpPr>
            <a:stCxn xmlns:a="http://schemas.openxmlformats.org/drawingml/2006/main" id="23" idx="6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81575" y="4186238"/>
            <a:ext cx="2000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4" name="a_i1-to-aobs_i1"/>
          <p:cNvCxnSpPr>
            <a:stCxn xmlns:a="http://schemas.openxmlformats.org/drawingml/2006/main" id="22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5657850" y="442912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5716" cap="rnd">
            <a:solidFill>
              <a:srgbClr val="000000"/>
            </a:solidFill>
            <a:prstDash val="solid"/>
            <a:round/>
            <a:tailEnd type="triangle" w="sm" len="sm"/>
          </a:ln>
        </p:spPr>
      </p:cxnSp>
      <p:cxnSp>
        <p:nvCxnSpPr>
          <p:cNvPr id="165" name="omega-state-transfer"/>
          <p:cNvCxnSpPr>
            <a:stCxn xmlns:a="http://schemas.openxmlformats.org/drawingml/2006/main" id="4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2419350" y="1343025"/>
            <a:ext cx="2733675" cy="4763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000000"/>
            </a:solidFill>
            <a:prstDash val="dash"/>
            <a:round/>
            <a:tailEnd type="triangle" w="sm" len="sm"/>
          </a:ln>
        </p:spPr>
      </p:cxnSp>
      <p:sp>
        <p:nvSpPr>
          <p:cNvPr id="50" name="K-state-transfer">
            <a:extLst xmlns:a="http://schemas.openxmlformats.org/drawingml/2006/main">
              <a:ext uri="{FF2B5EF4-FFF2-40B4-BE49-F238E27FC236}">
                <a16:creationId xmlns:a16="http://schemas.microsoft.com/office/drawing/2014/main" id="{349A3E22-BE83-4387-9CA3-B839C73B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590675"/>
            <a:ext cx="3019425" cy="190500"/>
          </a:xfrm>
          <a:custGeom xmlns:a="http://schemas.openxmlformats.org/drawingml/2006/main">
            <a:pathLst>
              <a:path w="3019425" h="190500">
                <a:moveTo>
                  <a:pt x="0" y="190500"/>
                </a:moveTo>
                <a:lnTo>
                  <a:pt x="485775" y="38100"/>
                </a:lnTo>
                <a:lnTo>
                  <a:pt x="1095375" y="0"/>
                </a:lnTo>
                <a:lnTo>
                  <a:pt x="1800225" y="19050"/>
                </a:lnTo>
                <a:lnTo>
                  <a:pt x="2428875" y="76200"/>
                </a:lnTo>
                <a:lnTo>
                  <a:pt x="3019425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dash"/>
          </a:ln>
        </p:spPr>
      </p:sp>
      <p:sp>
        <p:nvSpPr>
          <p:cNvPr id="51" name="K-state-transfer-arrowhead">
            <a:extLst xmlns:a="http://schemas.openxmlformats.org/drawingml/2006/main">
              <a:ext uri="{FF2B5EF4-FFF2-40B4-BE49-F238E27FC236}">
                <a16:creationId xmlns:a16="http://schemas.microsoft.com/office/drawing/2014/main" id="{8ADE628C-F922-4ACB-B50F-918456E9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900000">
            <a:off x="4191000" y="1743075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igma-state-transfer">
            <a:extLst xmlns:a="http://schemas.openxmlformats.org/drawingml/2006/main">
              <a:ext uri="{FF2B5EF4-FFF2-40B4-BE49-F238E27FC236}">
                <a16:creationId xmlns:a16="http://schemas.microsoft.com/office/drawing/2014/main" id="{89F68D1F-4091-4DDC-816A-772C53D9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81150"/>
            <a:ext cx="2990850" cy="209550"/>
          </a:xfrm>
          <a:custGeom xmlns:a="http://schemas.openxmlformats.org/drawingml/2006/main">
            <a:pathLst>
              <a:path w="2990850" h="209550">
                <a:moveTo>
                  <a:pt x="0" y="209550"/>
                </a:moveTo>
                <a:lnTo>
                  <a:pt x="457200" y="66675"/>
                </a:lnTo>
                <a:lnTo>
                  <a:pt x="1123950" y="0"/>
                </a:lnTo>
                <a:lnTo>
                  <a:pt x="1838325" y="9525"/>
                </a:lnTo>
                <a:lnTo>
                  <a:pt x="2524125" y="76200"/>
                </a:lnTo>
                <a:lnTo>
                  <a:pt x="299085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dash"/>
          </a:ln>
        </p:spPr>
      </p:sp>
      <p:sp>
        <p:nvSpPr>
          <p:cNvPr id="53" name="sigma-state-transfer-arrowhead">
            <a:extLst xmlns:a="http://schemas.openxmlformats.org/drawingml/2006/main">
              <a:ext uri="{FF2B5EF4-FFF2-40B4-BE49-F238E27FC236}">
                <a16:creationId xmlns:a16="http://schemas.microsoft.com/office/drawing/2014/main" id="{F0F436D6-F1D0-4C70-B7CC-C87241D6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840000">
            <a:off x="6591300" y="1752600"/>
            <a:ext cx="66675" cy="666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70" name="lnC-state-transfer"/>
          <p:cNvCxnSpPr>
            <a:stCxn xmlns:a="http://schemas.openxmlformats.org/drawingml/2006/main" id="8" idx="6"/>
            <a:endCxn xmlns:a="http://schemas.openxmlformats.org/drawingml/2006/main" id="19" idx="2"/>
          </p:cNvCxnSpPr>
          <p:nvPr/>
        </p:nvCxnSpPr>
        <p:spPr>
          <a:xfrm xmlns:a="http://schemas.openxmlformats.org/drawingml/2006/main" flipV="1">
            <a:off x="3819525" y="2833688"/>
            <a:ext cx="2733675" cy="47625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000000"/>
            </a:solidFill>
            <a:prstDash val="dash"/>
            <a:round/>
            <a:tailEnd type="triangle" w="sm" len="sm"/>
          </a:ln>
        </p:spPr>
      </p:cxnSp>
      <p:cxnSp>
        <p:nvCxnSpPr>
          <p:cNvPr id="171" name="m-state-transfer"/>
          <p:cNvCxnSpPr>
            <a:stCxn xmlns:a="http://schemas.openxmlformats.org/drawingml/2006/main" id="10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 flipV="1">
            <a:off x="3829050" y="3633788"/>
            <a:ext cx="27241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000000"/>
            </a:solidFill>
            <a:prstDash val="dash"/>
            <a:round/>
            <a:tailEnd type="triangle" w="sm" len="sm"/>
          </a:ln>
        </p:spPr>
      </p:cxnSp>
      <p:cxnSp>
        <p:nvCxnSpPr>
          <p:cNvPr id="172" name="a-to-next-a0"/>
          <p:cNvCxnSpPr>
            <a:stCxn xmlns:a="http://schemas.openxmlformats.org/drawingml/2006/main" id="11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2419350" y="4186238"/>
            <a:ext cx="1581150" cy="23813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000000"/>
            </a:solidFill>
            <a:prstDash val="dash"/>
            <a:round/>
            <a:tailEnd type="triangle" w="sm" len="sm"/>
          </a:ln>
        </p:spPr>
      </p:cxnSp>
      <p:cxnSp>
        <p:nvCxnSpPr>
          <p:cNvPr id="173" name="aobs-to-next-a0"/>
          <p:cNvCxnSpPr>
            <a:stCxn xmlns:a="http://schemas.openxmlformats.org/drawingml/2006/main" id="13" idx="3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2371725" y="4186238"/>
            <a:ext cx="1628775" cy="885825"/>
          </a:xfrm>
          <a:prstGeom xmlns:a="http://schemas.openxmlformats.org/drawingml/2006/main" prst="straightConnector1">
            <a:avLst/>
          </a:prstGeom>
          <a:ln xmlns:a="http://schemas.openxmlformats.org/drawingml/2006/main" w="16193" cap="rnd">
            <a:solidFill>
              <a:srgbClr val="000000"/>
            </a:solidFill>
            <a:prstDash val="dash"/>
            <a:round/>
            <a:tailEnd type="triangle" w="sm" len="sm"/>
          </a:ln>
        </p:spPr>
      </p:cxnSp>
      <p:sp>
        <p:nvSpPr>
          <p:cNvPr id="58" name="cycle-i-title">
            <a:extLst xmlns:a="http://schemas.openxmlformats.org/drawingml/2006/main">
              <a:ext uri="{FF2B5EF4-FFF2-40B4-BE49-F238E27FC236}">
                <a16:creationId xmlns:a16="http://schemas.microsoft.com/office/drawing/2014/main" id="{8FD3D7F6-6D1E-4D12-A7F9-08B51374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2952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cycle </a:t>
            </a:r>
            <a:r>
              <a:rPr sz="145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59" name="cycle-i-plus-1-title">
            <a:extLst xmlns:a="http://schemas.openxmlformats.org/drawingml/2006/main">
              <a:ext uri="{FF2B5EF4-FFF2-40B4-BE49-F238E27FC236}">
                <a16:creationId xmlns:a16="http://schemas.microsoft.com/office/drawing/2014/main" id="{D99AD59E-E7FA-487A-AA6F-0252B480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5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55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55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Load cycle </a:t>
            </a:r>
            <a:r>
              <a:rPr sz="145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</a:t>
            </a:r>
            <a:r>
              <a:rPr sz="1455" b="0" i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1165943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2026-08-08T15:23:15.7790000Z</dcterms:created>
  <dcterms:modified xsi:type="dcterms:W3CDTF">2026-08-08T15:23:15.7790000Z</dcterms:modified>
</coreProperties>
</file>