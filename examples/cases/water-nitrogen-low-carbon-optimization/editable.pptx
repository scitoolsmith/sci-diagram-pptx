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64c609c3a42b4" /><Relationship Type="http://schemas.openxmlformats.org/officeDocument/2006/relationships/extended-properties" Target="/docProps/app.xml" Id="R01bb26ee9b02457c" /><Relationship Type="http://schemas.openxmlformats.org/officeDocument/2006/relationships/officeDocument" Target="/ppt/presentation.xml" Id="R86409c922047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47da0004d40ae"/>
  </p:sldMasterIdLst>
  <p:notesMasterIdLst>
    <p:notesMasterId xmlns:r="http://schemas.openxmlformats.org/officeDocument/2006/relationships" r:id="Rf05d01a500364c87"/>
  </p:notesMasterIdLst>
  <p:sldIdLst>
    <p:sldId xmlns:r="http://schemas.openxmlformats.org/officeDocument/2006/relationships" id="256" r:id="Ra024d77d24fd436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9cd402d7e4b2a" /><Relationship Type="http://schemas.openxmlformats.org/officeDocument/2006/relationships/slideMaster" Target="/ppt/slideMasters/slideMaster1.xml" Id="Rbaf47da0004d40ae" /><Relationship Type="http://schemas.openxmlformats.org/officeDocument/2006/relationships/notesMaster" Target="/ppt/notesMasters/notesMaster1.xml" Id="Rf05d01a500364c87" /><Relationship Type="http://schemas.openxmlformats.org/officeDocument/2006/relationships/presProps" Target="/ppt/presProps.xml" Id="R16ed21e4a6bf4444" /><Relationship Type="http://schemas.openxmlformats.org/officeDocument/2006/relationships/tableStyles" Target="/ppt/tableStyles.xml" Id="Rb1edc623d1744588" /><Relationship Type="http://schemas.openxmlformats.org/officeDocument/2006/relationships/slide" Target="/ppt/slides/slide1.xml" Id="Ra024d77d24fd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36ce181fda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c7ae8ec8cc4eec" /><Relationship Type="http://schemas.openxmlformats.org/officeDocument/2006/relationships/notesMaster" Target="/ppt/notesMasters/notesMaster1.xml" Id="R8ae64358cfc147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source.png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a8cfaa68b48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951aecae5142b3" /><Relationship Type="http://schemas.openxmlformats.org/officeDocument/2006/relationships/slideLayout" Target="/ppt/slideLayouts/slideLayout1.xml" Id="R732c1d7c973a49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2c1d7c973a49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43e67c38f40ca" /><Relationship Type="http://schemas.openxmlformats.org/officeDocument/2006/relationships/notesSlide" Target="/ppt/notesSlides/notesSlide1.xml" Id="Rcade79f9d7a742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upper-region">
            <a:extLst xmlns:a="http://schemas.openxmlformats.org/drawingml/2006/main">
              <a:ext uri="{FF2B5EF4-FFF2-40B4-BE49-F238E27FC236}">
                <a16:creationId xmlns:a16="http://schemas.microsoft.com/office/drawing/2014/main" id="{8A2B4183-DB25-4B33-98C8-1AD4776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8" y="795680"/>
            <a:ext cx="4344663" cy="2525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2" name="lower-region">
            <a:extLst xmlns:a="http://schemas.openxmlformats.org/drawingml/2006/main">
              <a:ext uri="{FF2B5EF4-FFF2-40B4-BE49-F238E27FC236}">
                <a16:creationId xmlns:a16="http://schemas.microsoft.com/office/drawing/2014/main" id="{787C6DB2-9855-481E-89E0-7A7E7543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9" y="3599503"/>
            <a:ext cx="4325718" cy="176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3" name="e-title-upper-broad-arrow">
            <a:extLst xmlns:a="http://schemas.openxmlformats.org/drawingml/2006/main">
              <a:ext uri="{FF2B5EF4-FFF2-40B4-BE49-F238E27FC236}">
                <a16:creationId xmlns:a16="http://schemas.microsoft.com/office/drawing/2014/main" id="{E97A6CFD-0B16-4992-9959-037F9555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387" y="593602"/>
            <a:ext cx="303116" cy="208392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B8AFC3"/>
              </a:gs>
              <a:gs pos="100000">
                <a:srgbClr val="8F839F"/>
              </a:gs>
            </a:gsLst>
            <a:lin ang="5400000"/>
          </a:gra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e-upper-lower-broad-arrow">
            <a:extLst xmlns:a="http://schemas.openxmlformats.org/drawingml/2006/main">
              <a:ext uri="{FF2B5EF4-FFF2-40B4-BE49-F238E27FC236}">
                <a16:creationId xmlns:a16="http://schemas.microsoft.com/office/drawing/2014/main" id="{7545C8D1-DF7C-43D6-9F21-40B82E4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238" y="3321646"/>
            <a:ext cx="296801" cy="909348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C8C0D0"/>
              </a:gs>
              <a:gs pos="100000">
                <a:srgbClr val="AFA5BC"/>
              </a:gs>
            </a:gsLst>
            <a:lin ang="5400000"/>
          </a:gra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e-optimal-venn-broad-arrow">
            <a:extLst xmlns:a="http://schemas.openxmlformats.org/drawingml/2006/main">
              <a:ext uri="{FF2B5EF4-FFF2-40B4-BE49-F238E27FC236}">
                <a16:creationId xmlns:a16="http://schemas.microsoft.com/office/drawing/2014/main" id="{C0D9F07C-59A5-4F26-9F33-F7867A0A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420" y="6150729"/>
            <a:ext cx="713586" cy="265227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79CB4"/>
              </a:gs>
              <a:gs pos="100000">
                <a:srgbClr val="8F829E"/>
              </a:gs>
            </a:gsLst>
            <a:lin ang="0"/>
          </a:gra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715D0F-B5C2-4D89-819C-DFEDB69C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6" y="119983"/>
            <a:ext cx="3984713" cy="473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6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6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water-nitrogen interaction ↔ yied, carbon emission</a:t>
            </a:r>
          </a:p>
        </p:txBody>
      </p:sp>
      <p:sp>
        <p:nvSpPr>
          <p:cNvPr id="7" name="nitrogen-function">
            <a:extLst xmlns:a="http://schemas.openxmlformats.org/drawingml/2006/main">
              <a:ext uri="{FF2B5EF4-FFF2-40B4-BE49-F238E27FC236}">
                <a16:creationId xmlns:a16="http://schemas.microsoft.com/office/drawing/2014/main" id="{786865FC-1736-40C5-A418-9434C7DE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17" y="972497"/>
            <a:ext cx="1534525" cy="498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Building the Nitrogen</a:t>
            </a:r>
          </a:p>
          <a:p xmlns:a="http://schemas.openxmlformats.org/drawingml/2006/main">
            <a:pPr algn="ctr">
              <a:defRPr sz="120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effect function</a:t>
            </a:r>
          </a:p>
        </p:txBody>
      </p:sp>
      <p:sp>
        <p:nvSpPr>
          <p:cNvPr id="8" name="jensen-model">
            <a:extLst xmlns:a="http://schemas.openxmlformats.org/drawingml/2006/main">
              <a:ext uri="{FF2B5EF4-FFF2-40B4-BE49-F238E27FC236}">
                <a16:creationId xmlns:a16="http://schemas.microsoft.com/office/drawing/2014/main" id="{68324D46-BCB4-45B9-8F07-98A640F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116" y="972497"/>
            <a:ext cx="1250354" cy="498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Jensen model</a:t>
            </a:r>
          </a:p>
        </p:txBody>
      </p:sp>
      <p:sp>
        <p:nvSpPr>
          <p:cNvPr id="9" name="coupled-production">
            <a:extLst xmlns:a="http://schemas.openxmlformats.org/drawingml/2006/main">
              <a:ext uri="{FF2B5EF4-FFF2-40B4-BE49-F238E27FC236}">
                <a16:creationId xmlns:a16="http://schemas.microsoft.com/office/drawing/2014/main" id="{9772248F-686B-4ED4-A379-757B9460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89" y="1856586"/>
            <a:ext cx="3744746" cy="599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Constructing the water-nitrogen coupled production function</a:t>
            </a:r>
          </a:p>
        </p:txBody>
      </p:sp>
      <p:sp>
        <p:nvSpPr>
          <p:cNvPr id="10" name="solve-parameter">
            <a:extLst xmlns:a="http://schemas.openxmlformats.org/drawingml/2006/main">
              <a:ext uri="{FF2B5EF4-FFF2-40B4-BE49-F238E27FC236}">
                <a16:creationId xmlns:a16="http://schemas.microsoft.com/office/drawing/2014/main" id="{211B3FC2-9E1A-4DE6-8C02-26C4225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1" y="2620691"/>
            <a:ext cx="1837641" cy="536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9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9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Solving the model parameter</a:t>
            </a:r>
          </a:p>
        </p:txBody>
      </p:sp>
      <p:sp>
        <p:nvSpPr>
          <p:cNvPr id="11" name="coupling-experiment">
            <a:extLst xmlns:a="http://schemas.openxmlformats.org/drawingml/2006/main">
              <a:ext uri="{FF2B5EF4-FFF2-40B4-BE49-F238E27FC236}">
                <a16:creationId xmlns:a16="http://schemas.microsoft.com/office/drawing/2014/main" id="{6DD5B34D-C081-43D9-B231-6E729AF2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818" y="2620691"/>
            <a:ext cx="1837641" cy="536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77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Water-nitrogen coupling</a:t>
            </a:r>
          </a:p>
          <a:p xmlns:a="http://schemas.openxmlformats.org/drawingml/2006/main">
            <a:pPr algn="ctr">
              <a:defRPr sz="1177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experiment (</a:t>
            </a:r>
            <a:r>
              <a:rPr sz="1177">
                <a:solidFill>
                  <a:srgbClr val="935048"/>
                </a:solidFill>
                <a:latin typeface="Times New Roman"/>
                <a:ea typeface="Times New Roman"/>
                <a:cs typeface="Times New Roman"/>
              </a:rPr>
              <a:t>maize, wheat</a:t>
            </a:r>
            <a:r>
              <a:rPr sz="1177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2" name="crop-model">
            <a:extLst xmlns:a="http://schemas.openxmlformats.org/drawingml/2006/main">
              <a:ext uri="{FF2B5EF4-FFF2-40B4-BE49-F238E27FC236}">
                <a16:creationId xmlns:a16="http://schemas.microsoft.com/office/drawing/2014/main" id="{1EF0E58E-38CA-481D-A062-C5CA2085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243" y="132613"/>
            <a:ext cx="2488077" cy="308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13" name="crop-model-header-divider">
            <a:extLst xmlns:a="http://schemas.openxmlformats.org/drawingml/2006/main">
              <a:ext uri="{FF2B5EF4-FFF2-40B4-BE49-F238E27FC236}">
                <a16:creationId xmlns:a16="http://schemas.microsoft.com/office/drawing/2014/main" id="{9DA14672-7805-4A27-A69A-98B2DF2F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243" y="543083"/>
            <a:ext cx="24880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crop-model-title">
            <a:extLst xmlns:a="http://schemas.openxmlformats.org/drawingml/2006/main">
              <a:ext uri="{FF2B5EF4-FFF2-40B4-BE49-F238E27FC236}">
                <a16:creationId xmlns:a16="http://schemas.microsoft.com/office/drawing/2014/main" id="{439B2F18-5E7E-4BC5-AA14-78EBAA2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7" y="195762"/>
            <a:ext cx="2273370" cy="265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8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Crop suitability evaluation model</a:t>
            </a:r>
          </a:p>
        </p:txBody>
      </p:sp>
      <p:sp>
        <p:nvSpPr>
          <p:cNvPr id="15" name="factor-marker-1">
            <a:extLst xmlns:a="http://schemas.openxmlformats.org/drawingml/2006/main">
              <a:ext uri="{FF2B5EF4-FFF2-40B4-BE49-F238E27FC236}">
                <a16:creationId xmlns:a16="http://schemas.microsoft.com/office/drawing/2014/main" id="{2AED1D4C-FD50-4093-B402-6F35FB0D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707" y="625177"/>
            <a:ext cx="107354" cy="119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9B5D62"/>
            </a:solidFill>
            <a:prstDash val="solid"/>
          </a:ln>
        </p:spPr>
      </p:sp>
      <p:sp>
        <p:nvSpPr>
          <p:cNvPr id="16" name="factor-marker-2">
            <a:extLst xmlns:a="http://schemas.openxmlformats.org/drawingml/2006/main">
              <a:ext uri="{FF2B5EF4-FFF2-40B4-BE49-F238E27FC236}">
                <a16:creationId xmlns:a16="http://schemas.microsoft.com/office/drawing/2014/main" id="{0AF98B71-24F0-4DC0-BFA8-D92A9EA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707" y="1262983"/>
            <a:ext cx="107354" cy="119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9B5D62"/>
            </a:solidFill>
            <a:prstDash val="solid"/>
          </a:ln>
        </p:spPr>
      </p:sp>
      <p:sp>
        <p:nvSpPr>
          <p:cNvPr id="17" name="factor-marker-3">
            <a:extLst xmlns:a="http://schemas.openxmlformats.org/drawingml/2006/main">
              <a:ext uri="{FF2B5EF4-FFF2-40B4-BE49-F238E27FC236}">
                <a16:creationId xmlns:a16="http://schemas.microsoft.com/office/drawing/2014/main" id="{D80A817D-C63D-463A-94BE-5C58AE2D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707" y="1913420"/>
            <a:ext cx="107354" cy="119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9B5D62"/>
            </a:solidFill>
            <a:prstDash val="solid"/>
          </a:ln>
        </p:spPr>
      </p:sp>
      <p:sp>
        <p:nvSpPr>
          <p:cNvPr id="18" name="factor-marker-4">
            <a:extLst xmlns:a="http://schemas.openxmlformats.org/drawingml/2006/main">
              <a:ext uri="{FF2B5EF4-FFF2-40B4-BE49-F238E27FC236}">
                <a16:creationId xmlns:a16="http://schemas.microsoft.com/office/drawing/2014/main" id="{79E4313B-E3AD-494F-B158-E7FF0EDB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707" y="2784878"/>
            <a:ext cx="107354" cy="119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9B5D62"/>
            </a:solidFill>
            <a:prstDash val="solid"/>
          </a:ln>
        </p:spPr>
      </p:sp>
      <p:sp>
        <p:nvSpPr>
          <p:cNvPr id="19" name="meteorological-label">
            <a:extLst xmlns:a="http://schemas.openxmlformats.org/drawingml/2006/main">
              <a:ext uri="{FF2B5EF4-FFF2-40B4-BE49-F238E27FC236}">
                <a16:creationId xmlns:a16="http://schemas.microsoft.com/office/drawing/2014/main" id="{DD1C5BFB-0A70-4FCC-A534-7AEE87AF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470" y="606232"/>
            <a:ext cx="1825011" cy="17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rPr>
              <a:t>Meteorological factors</a:t>
            </a:r>
          </a:p>
        </p:txBody>
      </p:sp>
      <p:sp>
        <p:nvSpPr>
          <p:cNvPr id="20" name="precipitation-label">
            <a:extLst xmlns:a="http://schemas.openxmlformats.org/drawingml/2006/main">
              <a:ext uri="{FF2B5EF4-FFF2-40B4-BE49-F238E27FC236}">
                <a16:creationId xmlns:a16="http://schemas.microsoft.com/office/drawing/2014/main" id="{606C17EC-4D7B-48FE-8FDB-43B38506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44" y="814624"/>
            <a:ext cx="1926050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precipitation</a:t>
            </a:r>
          </a:p>
        </p:txBody>
      </p:sp>
      <p:sp>
        <p:nvSpPr>
          <p:cNvPr id="21" name="temperature-label">
            <a:extLst xmlns:a="http://schemas.openxmlformats.org/drawingml/2006/main">
              <a:ext uri="{FF2B5EF4-FFF2-40B4-BE49-F238E27FC236}">
                <a16:creationId xmlns:a16="http://schemas.microsoft.com/office/drawing/2014/main" id="{6A7BAE65-35F5-4951-8571-8EBC728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44" y="1023017"/>
            <a:ext cx="2027088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accumulated temperature</a:t>
            </a:r>
          </a:p>
        </p:txBody>
      </p:sp>
      <p:sp>
        <p:nvSpPr>
          <p:cNvPr id="22" name="terrain-label">
            <a:extLst xmlns:a="http://schemas.openxmlformats.org/drawingml/2006/main">
              <a:ext uri="{FF2B5EF4-FFF2-40B4-BE49-F238E27FC236}">
                <a16:creationId xmlns:a16="http://schemas.microsoft.com/office/drawing/2014/main" id="{151A7526-BBFA-4387-88E6-0F1648D4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470" y="1244039"/>
            <a:ext cx="1825011" cy="17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rPr>
              <a:t>Terrain factors</a:t>
            </a:r>
          </a:p>
        </p:txBody>
      </p:sp>
      <p:sp>
        <p:nvSpPr>
          <p:cNvPr id="23" name="elevation-label">
            <a:extLst xmlns:a="http://schemas.openxmlformats.org/drawingml/2006/main">
              <a:ext uri="{FF2B5EF4-FFF2-40B4-BE49-F238E27FC236}">
                <a16:creationId xmlns:a16="http://schemas.microsoft.com/office/drawing/2014/main" id="{700D4482-3DFC-468E-883D-98D9179A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44" y="1465061"/>
            <a:ext cx="1932365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elevation</a:t>
            </a:r>
          </a:p>
        </p:txBody>
      </p:sp>
      <p:sp>
        <p:nvSpPr>
          <p:cNvPr id="24" name="slope-label">
            <a:extLst xmlns:a="http://schemas.openxmlformats.org/drawingml/2006/main">
              <a:ext uri="{FF2B5EF4-FFF2-40B4-BE49-F238E27FC236}">
                <a16:creationId xmlns:a16="http://schemas.microsoft.com/office/drawing/2014/main" id="{1ACC504B-AE10-4485-98C5-1EFB52C3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44" y="1679768"/>
            <a:ext cx="1932365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slope</a:t>
            </a:r>
          </a:p>
        </p:txBody>
      </p:sp>
      <p:sp>
        <p:nvSpPr>
          <p:cNvPr id="25" name="soil-label">
            <a:extLst xmlns:a="http://schemas.openxmlformats.org/drawingml/2006/main">
              <a:ext uri="{FF2B5EF4-FFF2-40B4-BE49-F238E27FC236}">
                <a16:creationId xmlns:a16="http://schemas.microsoft.com/office/drawing/2014/main" id="{589152E0-BED2-4F83-BDAC-28BDFBEF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470" y="1888160"/>
            <a:ext cx="1825011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rPr>
              <a:t>Soil factors</a:t>
            </a:r>
          </a:p>
        </p:txBody>
      </p:sp>
      <p:sp>
        <p:nvSpPr>
          <p:cNvPr id="26" name="soil-detail-1">
            <a:extLst xmlns:a="http://schemas.openxmlformats.org/drawingml/2006/main">
              <a:ext uri="{FF2B5EF4-FFF2-40B4-BE49-F238E27FC236}">
                <a16:creationId xmlns:a16="http://schemas.microsoft.com/office/drawing/2014/main" id="{80FADC1A-F02C-479D-96B8-00D4FE1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414" y="2115497"/>
            <a:ext cx="2083923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soil texture, pH, organic matter</a:t>
            </a:r>
          </a:p>
        </p:txBody>
      </p:sp>
      <p:sp>
        <p:nvSpPr>
          <p:cNvPr id="27" name="soil-detail-2">
            <a:extLst xmlns:a="http://schemas.openxmlformats.org/drawingml/2006/main">
              <a:ext uri="{FF2B5EF4-FFF2-40B4-BE49-F238E27FC236}">
                <a16:creationId xmlns:a16="http://schemas.microsoft.com/office/drawing/2014/main" id="{F71404AE-C930-4547-99D4-04184634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414" y="2330204"/>
            <a:ext cx="2096552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total nitrogen, total phosphorus,</a:t>
            </a:r>
          </a:p>
        </p:txBody>
      </p:sp>
      <p:sp>
        <p:nvSpPr>
          <p:cNvPr id="28" name="soil-detail-3">
            <a:extLst xmlns:a="http://schemas.openxmlformats.org/drawingml/2006/main">
              <a:ext uri="{FF2B5EF4-FFF2-40B4-BE49-F238E27FC236}">
                <a16:creationId xmlns:a16="http://schemas.microsoft.com/office/drawing/2014/main" id="{C3D81BCE-3ED7-4F78-830D-4800CDA0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414" y="2544912"/>
            <a:ext cx="2020773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total potassium</a:t>
            </a:r>
          </a:p>
        </p:txBody>
      </p:sp>
      <p:sp>
        <p:nvSpPr>
          <p:cNvPr id="29" name="management-label">
            <a:extLst xmlns:a="http://schemas.openxmlformats.org/drawingml/2006/main">
              <a:ext uri="{FF2B5EF4-FFF2-40B4-BE49-F238E27FC236}">
                <a16:creationId xmlns:a16="http://schemas.microsoft.com/office/drawing/2014/main" id="{F7E157BC-BA49-4DF0-A81E-A0A8CA0C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470" y="2759619"/>
            <a:ext cx="1869215" cy="183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>
                <a:solidFill>
                  <a:srgbClr val="9B5D62"/>
                </a:solidFill>
                <a:latin typeface="Times New Roman"/>
                <a:ea typeface="Times New Roman"/>
                <a:cs typeface="Times New Roman"/>
              </a:rPr>
              <a:t>Management factor</a:t>
            </a:r>
          </a:p>
        </p:txBody>
      </p:sp>
      <p:sp>
        <p:nvSpPr>
          <p:cNvPr id="30" name="irrigation-label">
            <a:extLst xmlns:a="http://schemas.openxmlformats.org/drawingml/2006/main">
              <a:ext uri="{FF2B5EF4-FFF2-40B4-BE49-F238E27FC236}">
                <a16:creationId xmlns:a16="http://schemas.microsoft.com/office/drawing/2014/main" id="{8CD1A9BC-E79A-4EC0-BFE9-A45D8B0E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414" y="2980641"/>
            <a:ext cx="2058663" cy="18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effective irrigation rate</a:t>
            </a:r>
          </a:p>
        </p:txBody>
      </p:sp>
      <p:sp>
        <p:nvSpPr>
          <p:cNvPr id="31" name="factor-analysis">
            <a:extLst xmlns:a="http://schemas.openxmlformats.org/drawingml/2006/main">
              <a:ext uri="{FF2B5EF4-FFF2-40B4-BE49-F238E27FC236}">
                <a16:creationId xmlns:a16="http://schemas.microsoft.com/office/drawing/2014/main" id="{6F20661F-CB20-4CBD-8AFE-1398241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381" y="132613"/>
            <a:ext cx="1256669" cy="4925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Factor Analysis (FA)</a:t>
            </a:r>
          </a:p>
        </p:txBody>
      </p:sp>
      <p:sp>
        <p:nvSpPr>
          <p:cNvPr id="32" name="iahp">
            <a:extLst xmlns:a="http://schemas.openxmlformats.org/drawingml/2006/main">
              <a:ext uri="{FF2B5EF4-FFF2-40B4-BE49-F238E27FC236}">
                <a16:creationId xmlns:a16="http://schemas.microsoft.com/office/drawing/2014/main" id="{4971A2DB-8A50-4FEA-9019-5ACD837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381" y="839884"/>
            <a:ext cx="1256669" cy="599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5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Improved Analytic</a:t>
            </a:r>
          </a:p>
          <a:p xmlns:a="http://schemas.openxmlformats.org/drawingml/2006/main">
            <a:pPr algn="ctr">
              <a:defRPr sz="115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Hierarchy Process</a:t>
            </a:r>
          </a:p>
          <a:p xmlns:a="http://schemas.openxmlformats.org/drawingml/2006/main">
            <a:pPr algn="ctr">
              <a:defRPr sz="115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(IAHP)</a:t>
            </a:r>
          </a:p>
        </p:txBody>
      </p:sp>
      <p:sp>
        <p:nvSpPr>
          <p:cNvPr id="33" name="comprehensive-weight">
            <a:extLst xmlns:a="http://schemas.openxmlformats.org/drawingml/2006/main">
              <a:ext uri="{FF2B5EF4-FFF2-40B4-BE49-F238E27FC236}">
                <a16:creationId xmlns:a16="http://schemas.microsoft.com/office/drawing/2014/main" id="{D417E26D-40DC-4DA1-B197-746F7CB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381" y="1755547"/>
            <a:ext cx="1262983" cy="5115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Comprehensive</a:t>
            </a:r>
          </a:p>
          <a:p xmlns:a="http://schemas.openxmlformats.org/drawingml/2006/main">
            <a:pPr algn="ctr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weight</a:t>
            </a:r>
          </a:p>
        </p:txBody>
      </p:sp>
      <p:sp>
        <p:nvSpPr>
          <p:cNvPr id="34" name="crop-suitability">
            <a:extLst xmlns:a="http://schemas.openxmlformats.org/drawingml/2006/main">
              <a:ext uri="{FF2B5EF4-FFF2-40B4-BE49-F238E27FC236}">
                <a16:creationId xmlns:a16="http://schemas.microsoft.com/office/drawing/2014/main" id="{97E925DE-256F-4FFB-B052-085EB27F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381" y="2620691"/>
            <a:ext cx="1262983" cy="5115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Crop suitability (CS)</a:t>
            </a:r>
          </a:p>
        </p:txBody>
      </p:sp>
      <p:sp>
        <p:nvSpPr>
          <p:cNvPr id="35" name="state-grid-before-r1-c1">
            <a:extLst xmlns:a="http://schemas.openxmlformats.org/drawingml/2006/main">
              <a:ext uri="{FF2B5EF4-FFF2-40B4-BE49-F238E27FC236}">
                <a16:creationId xmlns:a16="http://schemas.microsoft.com/office/drawing/2014/main" id="{DA3E9870-6A03-425B-A923-29861963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1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36" name="state-grid-before-r1-c2">
            <a:extLst xmlns:a="http://schemas.openxmlformats.org/drawingml/2006/main">
              <a:ext uri="{FF2B5EF4-FFF2-40B4-BE49-F238E27FC236}">
                <a16:creationId xmlns:a16="http://schemas.microsoft.com/office/drawing/2014/main" id="{132AD434-04B7-48C9-B75B-7361CC38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3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37" name="state-grid-before-r1-c3">
            <a:extLst xmlns:a="http://schemas.openxmlformats.org/drawingml/2006/main">
              <a:ext uri="{FF2B5EF4-FFF2-40B4-BE49-F238E27FC236}">
                <a16:creationId xmlns:a16="http://schemas.microsoft.com/office/drawing/2014/main" id="{015B3C40-1592-4F2D-A5AF-740329B9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96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38" name="state-grid-before-r1-c4">
            <a:extLst xmlns:a="http://schemas.openxmlformats.org/drawingml/2006/main">
              <a:ext uri="{FF2B5EF4-FFF2-40B4-BE49-F238E27FC236}">
                <a16:creationId xmlns:a16="http://schemas.microsoft.com/office/drawing/2014/main" id="{4AC9F355-7065-4D0C-BEA9-1609591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78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39" name="state-grid-before-r1-c5">
            <a:extLst xmlns:a="http://schemas.openxmlformats.org/drawingml/2006/main">
              <a:ext uri="{FF2B5EF4-FFF2-40B4-BE49-F238E27FC236}">
                <a16:creationId xmlns:a16="http://schemas.microsoft.com/office/drawing/2014/main" id="{E2871E88-64B1-471B-ABA8-688291F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60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0" name="state-grid-before-r2-c1">
            <a:extLst xmlns:a="http://schemas.openxmlformats.org/drawingml/2006/main">
              <a:ext uri="{FF2B5EF4-FFF2-40B4-BE49-F238E27FC236}">
                <a16:creationId xmlns:a16="http://schemas.microsoft.com/office/drawing/2014/main" id="{8B2307C4-F706-4572-A26F-8633723C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1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1" name="state-grid-before-r2-c2">
            <a:extLst xmlns:a="http://schemas.openxmlformats.org/drawingml/2006/main">
              <a:ext uri="{FF2B5EF4-FFF2-40B4-BE49-F238E27FC236}">
                <a16:creationId xmlns:a16="http://schemas.microsoft.com/office/drawing/2014/main" id="{7B87AA44-FBC8-4EC7-AF92-96080E36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3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B3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2" name="state-grid-before-r2-c3">
            <a:extLst xmlns:a="http://schemas.openxmlformats.org/drawingml/2006/main">
              <a:ext uri="{FF2B5EF4-FFF2-40B4-BE49-F238E27FC236}">
                <a16:creationId xmlns:a16="http://schemas.microsoft.com/office/drawing/2014/main" id="{0E327C56-EC66-465C-8D82-334C9BFB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96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8BA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3" name="state-grid-before-r2-c4">
            <a:extLst xmlns:a="http://schemas.openxmlformats.org/drawingml/2006/main">
              <a:ext uri="{FF2B5EF4-FFF2-40B4-BE49-F238E27FC236}">
                <a16:creationId xmlns:a16="http://schemas.microsoft.com/office/drawing/2014/main" id="{44A968EE-3777-4EBB-93E9-710FBF73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78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7B6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4" name="state-grid-before-r2-c5">
            <a:extLst xmlns:a="http://schemas.openxmlformats.org/drawingml/2006/main">
              <a:ext uri="{FF2B5EF4-FFF2-40B4-BE49-F238E27FC236}">
                <a16:creationId xmlns:a16="http://schemas.microsoft.com/office/drawing/2014/main" id="{B02946DC-434E-46FE-97C9-D57A4141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60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5" name="state-grid-before-r3-c1">
            <a:extLst xmlns:a="http://schemas.openxmlformats.org/drawingml/2006/main">
              <a:ext uri="{FF2B5EF4-FFF2-40B4-BE49-F238E27FC236}">
                <a16:creationId xmlns:a16="http://schemas.microsoft.com/office/drawing/2014/main" id="{3B3876BC-7C45-4A19-A178-6B7716C1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1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6" name="state-grid-before-r3-c2">
            <a:extLst xmlns:a="http://schemas.openxmlformats.org/drawingml/2006/main">
              <a:ext uri="{FF2B5EF4-FFF2-40B4-BE49-F238E27FC236}">
                <a16:creationId xmlns:a16="http://schemas.microsoft.com/office/drawing/2014/main" id="{94AAB679-FB65-4F03-933C-777344F9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3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DA4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7" name="state-grid-before-r3-c3">
            <a:extLst xmlns:a="http://schemas.openxmlformats.org/drawingml/2006/main">
              <a:ext uri="{FF2B5EF4-FFF2-40B4-BE49-F238E27FC236}">
                <a16:creationId xmlns:a16="http://schemas.microsoft.com/office/drawing/2014/main" id="{F8722235-28F8-481B-AC1B-9F3E8DD4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96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8E6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8" name="state-grid-before-r3-c4">
            <a:extLst xmlns:a="http://schemas.openxmlformats.org/drawingml/2006/main">
              <a:ext uri="{FF2B5EF4-FFF2-40B4-BE49-F238E27FC236}">
                <a16:creationId xmlns:a16="http://schemas.microsoft.com/office/drawing/2014/main" id="{E2F0CFEE-873E-4D22-A5D1-6824868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78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D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9" name="state-grid-before-r3-c5">
            <a:extLst xmlns:a="http://schemas.openxmlformats.org/drawingml/2006/main">
              <a:ext uri="{FF2B5EF4-FFF2-40B4-BE49-F238E27FC236}">
                <a16:creationId xmlns:a16="http://schemas.microsoft.com/office/drawing/2014/main" id="{811E19A0-F5B2-4316-AECE-8940289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60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0" name="state-grid-before-r4-c1">
            <a:extLst xmlns:a="http://schemas.openxmlformats.org/drawingml/2006/main">
              <a:ext uri="{FF2B5EF4-FFF2-40B4-BE49-F238E27FC236}">
                <a16:creationId xmlns:a16="http://schemas.microsoft.com/office/drawing/2014/main" id="{577D686F-843D-487A-A33E-CC6FF056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1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1" name="state-grid-before-r4-c2">
            <a:extLst xmlns:a="http://schemas.openxmlformats.org/drawingml/2006/main">
              <a:ext uri="{FF2B5EF4-FFF2-40B4-BE49-F238E27FC236}">
                <a16:creationId xmlns:a16="http://schemas.microsoft.com/office/drawing/2014/main" id="{CF9D7FDF-C763-4707-8688-82BA3492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3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BE0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2" name="state-grid-before-r4-c3">
            <a:extLst xmlns:a="http://schemas.openxmlformats.org/drawingml/2006/main">
              <a:ext uri="{FF2B5EF4-FFF2-40B4-BE49-F238E27FC236}">
                <a16:creationId xmlns:a16="http://schemas.microsoft.com/office/drawing/2014/main" id="{95E78FF9-DE8D-47EC-A4AD-BEE64CE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96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9EC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3" name="state-grid-before-r4-c4">
            <a:extLst xmlns:a="http://schemas.openxmlformats.org/drawingml/2006/main">
              <a:ext uri="{FF2B5EF4-FFF2-40B4-BE49-F238E27FC236}">
                <a16:creationId xmlns:a16="http://schemas.microsoft.com/office/drawing/2014/main" id="{73A5E53C-60DD-453B-A003-237B6AF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78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6A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4" name="state-grid-before-r4-c5">
            <a:extLst xmlns:a="http://schemas.openxmlformats.org/drawingml/2006/main">
              <a:ext uri="{FF2B5EF4-FFF2-40B4-BE49-F238E27FC236}">
                <a16:creationId xmlns:a16="http://schemas.microsoft.com/office/drawing/2014/main" id="{168D2D0C-184F-4983-9B7A-E0AA406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60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5" name="state-grid-before-r5-c1">
            <a:extLst xmlns:a="http://schemas.openxmlformats.org/drawingml/2006/main">
              <a:ext uri="{FF2B5EF4-FFF2-40B4-BE49-F238E27FC236}">
                <a16:creationId xmlns:a16="http://schemas.microsoft.com/office/drawing/2014/main" id="{96F1C204-6D4C-4CE4-AC72-F37ADB78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1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6" name="state-grid-before-r5-c2">
            <a:extLst xmlns:a="http://schemas.openxmlformats.org/drawingml/2006/main">
              <a:ext uri="{FF2B5EF4-FFF2-40B4-BE49-F238E27FC236}">
                <a16:creationId xmlns:a16="http://schemas.microsoft.com/office/drawing/2014/main" id="{17E04A6C-460E-47EA-A0C2-5F42B98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3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7" name="state-grid-before-r5-c3">
            <a:extLst xmlns:a="http://schemas.openxmlformats.org/drawingml/2006/main">
              <a:ext uri="{FF2B5EF4-FFF2-40B4-BE49-F238E27FC236}">
                <a16:creationId xmlns:a16="http://schemas.microsoft.com/office/drawing/2014/main" id="{BE72A1A7-F8E7-49B0-89EB-35DDF2AE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96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8" name="state-grid-before-r5-c4">
            <a:extLst xmlns:a="http://schemas.openxmlformats.org/drawingml/2006/main">
              <a:ext uri="{FF2B5EF4-FFF2-40B4-BE49-F238E27FC236}">
                <a16:creationId xmlns:a16="http://schemas.microsoft.com/office/drawing/2014/main" id="{8C2CB031-67DA-4E5A-8EC2-382AA3E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78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9" name="state-grid-before-r5-c5">
            <a:extLst xmlns:a="http://schemas.openxmlformats.org/drawingml/2006/main">
              <a:ext uri="{FF2B5EF4-FFF2-40B4-BE49-F238E27FC236}">
                <a16:creationId xmlns:a16="http://schemas.microsoft.com/office/drawing/2014/main" id="{5A3EEE2F-FCD5-4C81-81FE-E9330F0E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60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0" name="state-grid-after-r1-c1">
            <a:extLst xmlns:a="http://schemas.openxmlformats.org/drawingml/2006/main">
              <a:ext uri="{FF2B5EF4-FFF2-40B4-BE49-F238E27FC236}">
                <a16:creationId xmlns:a16="http://schemas.microsoft.com/office/drawing/2014/main" id="{51F2260D-F235-4696-BF35-7E7C2E6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83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1" name="state-grid-after-r1-c2">
            <a:extLst xmlns:a="http://schemas.openxmlformats.org/drawingml/2006/main">
              <a:ext uri="{FF2B5EF4-FFF2-40B4-BE49-F238E27FC236}">
                <a16:creationId xmlns:a16="http://schemas.microsoft.com/office/drawing/2014/main" id="{8A510C33-1EA0-4135-B804-084BF82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465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2" name="state-grid-after-r1-c3">
            <a:extLst xmlns:a="http://schemas.openxmlformats.org/drawingml/2006/main">
              <a:ext uri="{FF2B5EF4-FFF2-40B4-BE49-F238E27FC236}">
                <a16:creationId xmlns:a16="http://schemas.microsoft.com/office/drawing/2014/main" id="{99C1C85B-A879-4DD2-BB4A-2C75038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848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3" name="state-grid-after-r1-c4">
            <a:extLst xmlns:a="http://schemas.openxmlformats.org/drawingml/2006/main">
              <a:ext uri="{FF2B5EF4-FFF2-40B4-BE49-F238E27FC236}">
                <a16:creationId xmlns:a16="http://schemas.microsoft.com/office/drawing/2014/main" id="{C4680FAC-AA71-41E8-B3DF-5CFF776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230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4" name="state-grid-after-r1-c5">
            <a:extLst xmlns:a="http://schemas.openxmlformats.org/drawingml/2006/main">
              <a:ext uri="{FF2B5EF4-FFF2-40B4-BE49-F238E27FC236}">
                <a16:creationId xmlns:a16="http://schemas.microsoft.com/office/drawing/2014/main" id="{72B0CE62-5FFB-4CC6-8B5C-FBDC2E03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2" y="3776320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5" name="state-grid-after-r2-c1">
            <a:extLst xmlns:a="http://schemas.openxmlformats.org/drawingml/2006/main">
              <a:ext uri="{FF2B5EF4-FFF2-40B4-BE49-F238E27FC236}">
                <a16:creationId xmlns:a16="http://schemas.microsoft.com/office/drawing/2014/main" id="{84EEC411-4525-4ABD-BB40-1D740264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83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6" name="state-grid-after-r2-c2">
            <a:extLst xmlns:a="http://schemas.openxmlformats.org/drawingml/2006/main">
              <a:ext uri="{FF2B5EF4-FFF2-40B4-BE49-F238E27FC236}">
                <a16:creationId xmlns:a16="http://schemas.microsoft.com/office/drawing/2014/main" id="{2F43A939-181A-4B57-8712-D400152F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465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F3C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7" name="state-grid-after-r2-c3">
            <a:extLst xmlns:a="http://schemas.openxmlformats.org/drawingml/2006/main">
              <a:ext uri="{FF2B5EF4-FFF2-40B4-BE49-F238E27FC236}">
                <a16:creationId xmlns:a16="http://schemas.microsoft.com/office/drawing/2014/main" id="{5902BE82-6BC6-418D-9085-B8148CF7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848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D8C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8" name="state-grid-after-r2-c4">
            <a:extLst xmlns:a="http://schemas.openxmlformats.org/drawingml/2006/main">
              <a:ext uri="{FF2B5EF4-FFF2-40B4-BE49-F238E27FC236}">
                <a16:creationId xmlns:a16="http://schemas.microsoft.com/office/drawing/2014/main" id="{718FAC44-0F8A-4FA6-ADF5-96B39877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230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B8A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9" name="state-grid-after-r2-c5">
            <a:extLst xmlns:a="http://schemas.openxmlformats.org/drawingml/2006/main">
              <a:ext uri="{FF2B5EF4-FFF2-40B4-BE49-F238E27FC236}">
                <a16:creationId xmlns:a16="http://schemas.microsoft.com/office/drawing/2014/main" id="{35619BC0-89DC-4813-A402-0908124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2" y="4066807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0" name="state-grid-after-r3-c1">
            <a:extLst xmlns:a="http://schemas.openxmlformats.org/drawingml/2006/main">
              <a:ext uri="{FF2B5EF4-FFF2-40B4-BE49-F238E27FC236}">
                <a16:creationId xmlns:a16="http://schemas.microsoft.com/office/drawing/2014/main" id="{882F95CF-6145-47AE-852F-11964729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83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1" name="state-grid-after-r3-c2">
            <a:extLst xmlns:a="http://schemas.openxmlformats.org/drawingml/2006/main">
              <a:ext uri="{FF2B5EF4-FFF2-40B4-BE49-F238E27FC236}">
                <a16:creationId xmlns:a16="http://schemas.microsoft.com/office/drawing/2014/main" id="{55F5EC89-457E-4594-89A6-200B24D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465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33D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2" name="state-grid-after-r3-c3">
            <a:extLst xmlns:a="http://schemas.openxmlformats.org/drawingml/2006/main">
              <a:ext uri="{FF2B5EF4-FFF2-40B4-BE49-F238E27FC236}">
                <a16:creationId xmlns:a16="http://schemas.microsoft.com/office/drawing/2014/main" id="{DEBABEA4-79F4-4A5A-A038-B483104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848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C8C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3" name="state-grid-after-r3-c4">
            <a:extLst xmlns:a="http://schemas.openxmlformats.org/drawingml/2006/main">
              <a:ext uri="{FF2B5EF4-FFF2-40B4-BE49-F238E27FC236}">
                <a16:creationId xmlns:a16="http://schemas.microsoft.com/office/drawing/2014/main" id="{95EEF6EA-07C8-4654-A8F4-57A2476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230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F54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4" name="state-grid-after-r3-c5">
            <a:extLst xmlns:a="http://schemas.openxmlformats.org/drawingml/2006/main">
              <a:ext uri="{FF2B5EF4-FFF2-40B4-BE49-F238E27FC236}">
                <a16:creationId xmlns:a16="http://schemas.microsoft.com/office/drawing/2014/main" id="{7224DD3D-3C05-4583-810E-B008E672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2" y="4357293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5" name="state-grid-after-r4-c1">
            <a:extLst xmlns:a="http://schemas.openxmlformats.org/drawingml/2006/main">
              <a:ext uri="{FF2B5EF4-FFF2-40B4-BE49-F238E27FC236}">
                <a16:creationId xmlns:a16="http://schemas.microsoft.com/office/drawing/2014/main" id="{A2790481-AACE-4EFE-89A0-5747420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83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6" name="state-grid-after-r4-c2">
            <a:extLst xmlns:a="http://schemas.openxmlformats.org/drawingml/2006/main">
              <a:ext uri="{FF2B5EF4-FFF2-40B4-BE49-F238E27FC236}">
                <a16:creationId xmlns:a16="http://schemas.microsoft.com/office/drawing/2014/main" id="{392FE94B-9941-4F83-B2B6-37877EF9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465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BA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7" name="state-grid-after-r4-c3">
            <a:extLst xmlns:a="http://schemas.openxmlformats.org/drawingml/2006/main">
              <a:ext uri="{FF2B5EF4-FFF2-40B4-BE49-F238E27FC236}">
                <a16:creationId xmlns:a16="http://schemas.microsoft.com/office/drawing/2014/main" id="{F000B914-E1FF-4280-B2A1-66C75C7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848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FCE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8" name="state-grid-after-r4-c4">
            <a:extLst xmlns:a="http://schemas.openxmlformats.org/drawingml/2006/main">
              <a:ext uri="{FF2B5EF4-FFF2-40B4-BE49-F238E27FC236}">
                <a16:creationId xmlns:a16="http://schemas.microsoft.com/office/drawing/2014/main" id="{73B895F3-5176-4F46-AE2A-85CE9E86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230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87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9" name="state-grid-after-r4-c5">
            <a:extLst xmlns:a="http://schemas.openxmlformats.org/drawingml/2006/main">
              <a:ext uri="{FF2B5EF4-FFF2-40B4-BE49-F238E27FC236}">
                <a16:creationId xmlns:a16="http://schemas.microsoft.com/office/drawing/2014/main" id="{0A421D2A-6E08-4A13-8B4B-5CE95EB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2" y="4647779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0" name="state-grid-after-r5-c1">
            <a:extLst xmlns:a="http://schemas.openxmlformats.org/drawingml/2006/main">
              <a:ext uri="{FF2B5EF4-FFF2-40B4-BE49-F238E27FC236}">
                <a16:creationId xmlns:a16="http://schemas.microsoft.com/office/drawing/2014/main" id="{CB523209-B408-49EA-AB9F-6B88D40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83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1" name="state-grid-after-r5-c2">
            <a:extLst xmlns:a="http://schemas.openxmlformats.org/drawingml/2006/main">
              <a:ext uri="{FF2B5EF4-FFF2-40B4-BE49-F238E27FC236}">
                <a16:creationId xmlns:a16="http://schemas.microsoft.com/office/drawing/2014/main" id="{6F051288-7893-456D-AAAE-3BD53ADD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465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2" name="state-grid-after-r5-c3">
            <a:extLst xmlns:a="http://schemas.openxmlformats.org/drawingml/2006/main">
              <a:ext uri="{FF2B5EF4-FFF2-40B4-BE49-F238E27FC236}">
                <a16:creationId xmlns:a16="http://schemas.microsoft.com/office/drawing/2014/main" id="{69192CE0-B2BD-49EF-B090-26C8C82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848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3" name="state-grid-after-r5-c4">
            <a:extLst xmlns:a="http://schemas.openxmlformats.org/drawingml/2006/main">
              <a:ext uri="{FF2B5EF4-FFF2-40B4-BE49-F238E27FC236}">
                <a16:creationId xmlns:a16="http://schemas.microsoft.com/office/drawing/2014/main" id="{5B462D2F-5E73-4607-826C-D886DF6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230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4" name="state-grid-after-r5-c5">
            <a:extLst xmlns:a="http://schemas.openxmlformats.org/drawingml/2006/main">
              <a:ext uri="{FF2B5EF4-FFF2-40B4-BE49-F238E27FC236}">
                <a16:creationId xmlns:a16="http://schemas.microsoft.com/office/drawing/2014/main" id="{903FE119-3DCB-41F3-943E-BB10594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2" y="4938265"/>
            <a:ext cx="280382" cy="29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5" name="state-transition-top">
            <a:extLst xmlns:a="http://schemas.openxmlformats.org/drawingml/2006/main">
              <a:ext uri="{FF2B5EF4-FFF2-40B4-BE49-F238E27FC236}">
                <a16:creationId xmlns:a16="http://schemas.microsoft.com/office/drawing/2014/main" id="{0A1DA706-0024-43DA-B836-F6E6FAF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917" y="4243624"/>
            <a:ext cx="1048276" cy="2020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State transition</a:t>
            </a:r>
          </a:p>
        </p:txBody>
      </p:sp>
      <p:sp>
        <p:nvSpPr>
          <p:cNvPr id="86" name="state-transition-bottom">
            <a:extLst xmlns:a="http://schemas.openxmlformats.org/drawingml/2006/main">
              <a:ext uri="{FF2B5EF4-FFF2-40B4-BE49-F238E27FC236}">
                <a16:creationId xmlns:a16="http://schemas.microsoft.com/office/drawing/2014/main" id="{F7854BD0-B13A-4F3D-AE1A-3225745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475" y="4635149"/>
            <a:ext cx="757790" cy="1831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function</a:t>
            </a:r>
          </a:p>
        </p:txBody>
      </p:sp>
      <p:sp>
        <p:nvSpPr>
          <p:cNvPr id="87" name="optimization-panel">
            <a:extLst xmlns:a="http://schemas.openxmlformats.org/drawingml/2006/main">
              <a:ext uri="{FF2B5EF4-FFF2-40B4-BE49-F238E27FC236}">
                <a16:creationId xmlns:a16="http://schemas.microsoft.com/office/drawing/2014/main" id="{5706D08E-39E8-4D35-9C9E-B08210A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9" y="5588702"/>
            <a:ext cx="2323890" cy="9788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88" name="optimization-title">
            <a:extLst xmlns:a="http://schemas.openxmlformats.org/drawingml/2006/main">
              <a:ext uri="{FF2B5EF4-FFF2-40B4-BE49-F238E27FC236}">
                <a16:creationId xmlns:a16="http://schemas.microsoft.com/office/drawing/2014/main" id="{60FD3F53-2A16-45E5-92AD-B77EB26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" y="5626591"/>
            <a:ext cx="2039718" cy="19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2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Optimization function</a:t>
            </a:r>
          </a:p>
        </p:txBody>
      </p:sp>
      <p:sp>
        <p:nvSpPr>
          <p:cNvPr id="89" name="optimization-item-1">
            <a:extLst xmlns:a="http://schemas.openxmlformats.org/drawingml/2006/main">
              <a:ext uri="{FF2B5EF4-FFF2-40B4-BE49-F238E27FC236}">
                <a16:creationId xmlns:a16="http://schemas.microsoft.com/office/drawing/2014/main" id="{0266FA77-32D9-43AB-A981-6FCDE1EF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03" y="5853928"/>
            <a:ext cx="2191276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4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5E4775"/>
                </a:solidFill>
                <a:latin typeface="Times New Roman"/>
                <a:ea typeface="Times New Roman"/>
                <a:cs typeface="Times New Roman"/>
              </a:rPr>
              <a:t>•  Maximum yield per unit area</a:t>
            </a:r>
          </a:p>
        </p:txBody>
      </p:sp>
      <p:sp>
        <p:nvSpPr>
          <p:cNvPr id="90" name="optimization-item-2">
            <a:extLst xmlns:a="http://schemas.openxmlformats.org/drawingml/2006/main">
              <a:ext uri="{FF2B5EF4-FFF2-40B4-BE49-F238E27FC236}">
                <a16:creationId xmlns:a16="http://schemas.microsoft.com/office/drawing/2014/main" id="{8E7934FC-1F4B-453B-BD4B-2A662FB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03" y="6074950"/>
            <a:ext cx="2222851" cy="1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8A34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5" b="0">
                <a:solidFill>
                  <a:srgbClr val="8A342A"/>
                </a:solidFill>
                <a:latin typeface="Times New Roman"/>
                <a:ea typeface="Times New Roman"/>
                <a:cs typeface="Times New Roman"/>
              </a:rPr>
              <a:t>•  Maximum irrigation water savings</a:t>
            </a:r>
          </a:p>
        </p:txBody>
      </p:sp>
      <p:sp>
        <p:nvSpPr>
          <p:cNvPr id="91" name="optimization-item-3">
            <a:extLst xmlns:a="http://schemas.openxmlformats.org/drawingml/2006/main">
              <a:ext uri="{FF2B5EF4-FFF2-40B4-BE49-F238E27FC236}">
                <a16:creationId xmlns:a16="http://schemas.microsoft.com/office/drawing/2014/main" id="{91E40339-A020-459E-BBA2-F901D5C3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03" y="6295972"/>
            <a:ext cx="2197591" cy="183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D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294D2A"/>
                </a:solidFill>
                <a:latin typeface="Times New Roman"/>
                <a:ea typeface="Times New Roman"/>
                <a:cs typeface="Times New Roman"/>
              </a:rPr>
              <a:t>•  Minimum nitrogen input</a:t>
            </a:r>
          </a:p>
        </p:txBody>
      </p:sp>
      <p:sp>
        <p:nvSpPr>
          <p:cNvPr id="92" name="constraints-panel">
            <a:extLst xmlns:a="http://schemas.openxmlformats.org/drawingml/2006/main">
              <a:ext uri="{FF2B5EF4-FFF2-40B4-BE49-F238E27FC236}">
                <a16:creationId xmlns:a16="http://schemas.microsoft.com/office/drawing/2014/main" id="{C33DECA4-56AD-4219-B9F4-FFE4938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635" y="5595017"/>
            <a:ext cx="2033403" cy="9788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93" name="constraints-title">
            <a:extLst xmlns:a="http://schemas.openxmlformats.org/drawingml/2006/main">
              <a:ext uri="{FF2B5EF4-FFF2-40B4-BE49-F238E27FC236}">
                <a16:creationId xmlns:a16="http://schemas.microsoft.com/office/drawing/2014/main" id="{0232B61C-EB65-4290-9A4A-160C6137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934" y="5632906"/>
            <a:ext cx="1793436" cy="19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2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Constraints</a:t>
            </a:r>
          </a:p>
        </p:txBody>
      </p:sp>
      <p:sp>
        <p:nvSpPr>
          <p:cNvPr id="94" name="constraints-body">
            <a:extLst xmlns:a="http://schemas.openxmlformats.org/drawingml/2006/main">
              <a:ext uri="{FF2B5EF4-FFF2-40B4-BE49-F238E27FC236}">
                <a16:creationId xmlns:a16="http://schemas.microsoft.com/office/drawing/2014/main" id="{91D3868C-BFCD-4227-A116-D98BFA70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4" y="5860243"/>
            <a:ext cx="1881845" cy="631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&lt;</a:t>
            </a:r>
            <a:r>
              <a:rPr sz="96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6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rPr>
              <a:t>Available agricultural water,</a:t>
            </a:r>
          </a:p>
          <a:p xmlns:a="http://schemas.openxmlformats.org/drawingml/2006/main">
            <a:pPr algn="ctr">
              <a:defRPr sz="960" b="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rPr>
              <a:t>cultivated area, crop suitability,</a:t>
            </a:r>
          </a:p>
          <a:p xmlns:a="http://schemas.openxmlformats.org/drawingml/2006/main">
            <a:pPr algn="ctr">
              <a:defRPr sz="960" b="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>
                <a:solidFill>
                  <a:srgbClr val="006A76"/>
                </a:solidFill>
                <a:latin typeface="Times New Roman"/>
                <a:ea typeface="Times New Roman"/>
                <a:cs typeface="Times New Roman"/>
              </a:rPr>
              <a:t>cell irrigation water, nitrogen </a:t>
            </a:r>
            <a:r>
              <a:rPr sz="96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95" name="genetic-algorithm">
            <a:extLst xmlns:a="http://schemas.openxmlformats.org/drawingml/2006/main">
              <a:ext uri="{FF2B5EF4-FFF2-40B4-BE49-F238E27FC236}">
                <a16:creationId xmlns:a16="http://schemas.microsoft.com/office/drawing/2014/main" id="{92D4CF99-BCBE-4093-BD29-15C4095F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635" y="3845785"/>
            <a:ext cx="1269298" cy="473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Genetic Algorithm</a:t>
            </a:r>
          </a:p>
          <a:p xmlns:a="http://schemas.openxmlformats.org/drawingml/2006/main">
            <a:pPr algn="ctr">
              <a:def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7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(GA)</a:t>
            </a:r>
          </a:p>
        </p:txBody>
      </p:sp>
      <p:sp>
        <p:nvSpPr>
          <p:cNvPr id="96" name="particle-swarm">
            <a:extLst xmlns:a="http://schemas.openxmlformats.org/drawingml/2006/main">
              <a:ext uri="{FF2B5EF4-FFF2-40B4-BE49-F238E27FC236}">
                <a16:creationId xmlns:a16="http://schemas.microsoft.com/office/drawing/2014/main" id="{3E6B6EA4-5DC4-4481-8407-28941A4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635" y="4553055"/>
            <a:ext cx="1269298" cy="473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Particle swarm</a:t>
            </a:r>
          </a:p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algorithm (PSO)</a:t>
            </a:r>
          </a:p>
        </p:txBody>
      </p:sp>
      <p:sp>
        <p:nvSpPr>
          <p:cNvPr id="97" name="optimal-results">
            <a:extLst xmlns:a="http://schemas.openxmlformats.org/drawingml/2006/main">
              <a:ext uri="{FF2B5EF4-FFF2-40B4-BE49-F238E27FC236}">
                <a16:creationId xmlns:a16="http://schemas.microsoft.com/office/drawing/2014/main" id="{1C9FFB26-9362-44BD-A594-8AFE9BD4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525" y="5721315"/>
            <a:ext cx="1521895" cy="827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optimal results for</a:t>
            </a:r>
          </a:p>
          <a:p xmlns:a="http://schemas.openxmlformats.org/drawingml/2006/main">
            <a:pPr algn="ctr">
              <a:def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carbon reduction</a:t>
            </a:r>
          </a:p>
        </p:txBody>
      </p:sp>
      <p:sp>
        <p:nvSpPr>
          <p:cNvPr id="98" name="correlation-analysis">
            <a:extLst xmlns:a="http://schemas.openxmlformats.org/drawingml/2006/main">
              <a:ext uri="{FF2B5EF4-FFF2-40B4-BE49-F238E27FC236}">
                <a16:creationId xmlns:a16="http://schemas.microsoft.com/office/drawing/2014/main" id="{F60BA59A-D78A-4C32-816C-A5AC460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906" y="3593188"/>
            <a:ext cx="2222851" cy="467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Water and nitrogen correlation analysis</a:t>
            </a:r>
          </a:p>
        </p:txBody>
      </p:sp>
      <p:sp>
        <p:nvSpPr>
          <p:cNvPr id="99" name="carbon-calculation">
            <a:extLst xmlns:a="http://schemas.openxmlformats.org/drawingml/2006/main">
              <a:ext uri="{FF2B5EF4-FFF2-40B4-BE49-F238E27FC236}">
                <a16:creationId xmlns:a16="http://schemas.microsoft.com/office/drawing/2014/main" id="{595E1BA6-E722-4CA1-A6B2-D40393CA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906" y="4256254"/>
            <a:ext cx="2222851" cy="4609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Crop carbon emission calculation</a:t>
            </a:r>
          </a:p>
        </p:txBody>
      </p:sp>
      <p:sp>
        <p:nvSpPr>
          <p:cNvPr id="100" name="water-saving-circle">
            <a:extLst xmlns:a="http://schemas.openxmlformats.org/drawingml/2006/main">
              <a:ext uri="{FF2B5EF4-FFF2-40B4-BE49-F238E27FC236}">
                <a16:creationId xmlns:a16="http://schemas.microsoft.com/office/drawing/2014/main" id="{F8F2E322-73B3-4640-AAEF-F0C2064D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652" y="4944580"/>
            <a:ext cx="966182" cy="1041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0">
              <a:alpha val="68000"/>
            </a:srgbClr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101" name="nitrogen-reducing-circle">
            <a:extLst xmlns:a="http://schemas.openxmlformats.org/drawingml/2006/main">
              <a:ext uri="{FF2B5EF4-FFF2-40B4-BE49-F238E27FC236}">
                <a16:creationId xmlns:a16="http://schemas.microsoft.com/office/drawing/2014/main" id="{8E142A57-1F70-44CE-9452-BEDB500F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497" y="4944580"/>
            <a:ext cx="972497" cy="1041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5D5">
              <a:alpha val="68000"/>
            </a:srgbClr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102" name="low-carbon-circle">
            <a:extLst xmlns:a="http://schemas.openxmlformats.org/drawingml/2006/main">
              <a:ext uri="{FF2B5EF4-FFF2-40B4-BE49-F238E27FC236}">
                <a16:creationId xmlns:a16="http://schemas.microsoft.com/office/drawing/2014/main" id="{25C5293C-7808-4C4C-AE0D-0E3E7D58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066" y="5506608"/>
            <a:ext cx="947238" cy="10482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E9D6">
              <a:alpha val="68000"/>
            </a:srgbClr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103" name="water-saving-label">
            <a:extLst xmlns:a="http://schemas.openxmlformats.org/drawingml/2006/main">
              <a:ext uri="{FF2B5EF4-FFF2-40B4-BE49-F238E27FC236}">
                <a16:creationId xmlns:a16="http://schemas.microsoft.com/office/drawing/2014/main" id="{F647A8C8-58DF-424C-B68F-BFEEB43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85" y="5197177"/>
            <a:ext cx="599917" cy="549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water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saving</a:t>
            </a:r>
          </a:p>
        </p:txBody>
      </p:sp>
      <p:sp>
        <p:nvSpPr>
          <p:cNvPr id="104" name="nitrogen-reducing-label">
            <a:extLst xmlns:a="http://schemas.openxmlformats.org/drawingml/2006/main">
              <a:ext uri="{FF2B5EF4-FFF2-40B4-BE49-F238E27FC236}">
                <a16:creationId xmlns:a16="http://schemas.microsoft.com/office/drawing/2014/main" id="{650157F9-7AB2-4355-9C5D-99077D1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70" y="5197177"/>
            <a:ext cx="675696" cy="549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nitrogen</a:t>
            </a:r>
          </a:p>
          <a:p xmlns:a="http://schemas.openxmlformats.org/drawingml/2006/main">
            <a:pPr algn="ctr">
              <a:def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reducing</a:t>
            </a:r>
          </a:p>
        </p:txBody>
      </p:sp>
      <p:sp>
        <p:nvSpPr>
          <p:cNvPr id="105" name="low-carbon-label">
            <a:extLst xmlns:a="http://schemas.openxmlformats.org/drawingml/2006/main">
              <a:ext uri="{FF2B5EF4-FFF2-40B4-BE49-F238E27FC236}">
                <a16:creationId xmlns:a16="http://schemas.microsoft.com/office/drawing/2014/main" id="{028CD445-88B5-45CA-913B-118AF1D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050" y="5872873"/>
            <a:ext cx="713586" cy="37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 carbon</a:t>
            </a:r>
          </a:p>
        </p:txBody>
      </p:sp>
      <p:sp>
        <p:nvSpPr>
          <p:cNvPr id="106" name="e-nitrogen-merge-anchor-0">
            <a:extLst xmlns:a="http://schemas.openxmlformats.org/drawingml/2006/main">
              <a:ext uri="{FF2B5EF4-FFF2-40B4-BE49-F238E27FC236}">
                <a16:creationId xmlns:a16="http://schemas.microsoft.com/office/drawing/2014/main" id="{6D7C38FA-89D7-46A8-BD44-F5C7A20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41" y="146899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e-nitrogen-merge-anchor-1">
            <a:extLst xmlns:a="http://schemas.openxmlformats.org/drawingml/2006/main">
              <a:ext uri="{FF2B5EF4-FFF2-40B4-BE49-F238E27FC236}">
                <a16:creationId xmlns:a16="http://schemas.microsoft.com/office/drawing/2014/main" id="{DF0B401E-307D-4975-A64A-977AA288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41" y="167107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e-nitrogen-merge-anchor-2">
            <a:extLst xmlns:a="http://schemas.openxmlformats.org/drawingml/2006/main">
              <a:ext uri="{FF2B5EF4-FFF2-40B4-BE49-F238E27FC236}">
                <a16:creationId xmlns:a16="http://schemas.microsoft.com/office/drawing/2014/main" id="{443D1F89-F6ED-4C16-AFD3-FA5B751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453" y="167107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8" name="e-nitrogen-merge-segment-0"/>
          <p:cNvCxnSpPr>
            <a:stCxn xmlns:a="http://schemas.openxmlformats.org/drawingml/2006/main" id="106" idx="4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364023" y="1473757"/>
            <a:ext cx="0" cy="19731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19" name="e-nitrogen-merge-segment-1"/>
          <p:cNvCxnSpPr>
            <a:stCxn xmlns:a="http://schemas.openxmlformats.org/drawingml/2006/main" id="107" idx="6"/>
            <a:endCxn xmlns:a="http://schemas.openxmlformats.org/drawingml/2006/main" id="108" idx="2"/>
          </p:cNvCxnSpPr>
          <p:nvPr/>
        </p:nvCxnSpPr>
        <p:spPr>
          <a:xfrm xmlns:a="http://schemas.openxmlformats.org/drawingml/2006/main">
            <a:off x="1366404" y="1673454"/>
            <a:ext cx="97404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11" name="e-jensen-merge-anchor-0">
            <a:extLst xmlns:a="http://schemas.openxmlformats.org/drawingml/2006/main">
              <a:ext uri="{FF2B5EF4-FFF2-40B4-BE49-F238E27FC236}">
                <a16:creationId xmlns:a16="http://schemas.microsoft.com/office/drawing/2014/main" id="{9B910772-EF90-4674-92AB-45AE370D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912" y="146899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e-jensen-merge-anchor-1">
            <a:extLst xmlns:a="http://schemas.openxmlformats.org/drawingml/2006/main">
              <a:ext uri="{FF2B5EF4-FFF2-40B4-BE49-F238E27FC236}">
                <a16:creationId xmlns:a16="http://schemas.microsoft.com/office/drawing/2014/main" id="{95AFC524-E1B3-4D4F-AE4E-7F2F126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912" y="167107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e-jensen-merge-anchor-2">
            <a:extLst xmlns:a="http://schemas.openxmlformats.org/drawingml/2006/main">
              <a:ext uri="{FF2B5EF4-FFF2-40B4-BE49-F238E27FC236}">
                <a16:creationId xmlns:a16="http://schemas.microsoft.com/office/drawing/2014/main" id="{1E78B06C-E7A7-41B7-9A35-3DEFA28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453" y="167107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3" name="e-jensen-merge-segment-0"/>
          <p:cNvCxnSpPr>
            <a:stCxn xmlns:a="http://schemas.openxmlformats.org/drawingml/2006/main" id="111" idx="4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3214294" y="1473757"/>
            <a:ext cx="0" cy="19731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24" name="e-jensen-merge-segment-1"/>
          <p:cNvCxnSpPr>
            <a:stCxn xmlns:a="http://schemas.openxmlformats.org/drawingml/2006/main" id="112" idx="2"/>
            <a:endCxn xmlns:a="http://schemas.openxmlformats.org/drawingml/2006/main" id="113" idx="6"/>
          </p:cNvCxnSpPr>
          <p:nvPr/>
        </p:nvCxnSpPr>
        <p:spPr>
          <a:xfrm xmlns:a="http://schemas.openxmlformats.org/drawingml/2006/main" flipH="1">
            <a:off x="2345216" y="1673454"/>
            <a:ext cx="866696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16" name="e-merge-production-anchor-0">
            <a:extLst xmlns:a="http://schemas.openxmlformats.org/drawingml/2006/main">
              <a:ext uri="{FF2B5EF4-FFF2-40B4-BE49-F238E27FC236}">
                <a16:creationId xmlns:a16="http://schemas.microsoft.com/office/drawing/2014/main" id="{90AA39D9-8D73-4EE2-8029-0F0AC48C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453" y="167107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e-merge-production-anchor-1">
            <a:extLst xmlns:a="http://schemas.openxmlformats.org/drawingml/2006/main">
              <a:ext uri="{FF2B5EF4-FFF2-40B4-BE49-F238E27FC236}">
                <a16:creationId xmlns:a16="http://schemas.microsoft.com/office/drawing/2014/main" id="{CC4302D9-76DC-4129-872A-D2BCBEBF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453" y="185420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7" name="e-merge-production-segment-0"/>
          <p:cNvCxnSpPr>
            <a:stCxn xmlns:a="http://schemas.openxmlformats.org/drawingml/2006/main" id="116" idx="4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2342835" y="1675835"/>
            <a:ext cx="0" cy="17836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9" name="e-production-solve-anchor-0">
            <a:extLst xmlns:a="http://schemas.openxmlformats.org/drawingml/2006/main">
              <a:ext uri="{FF2B5EF4-FFF2-40B4-BE49-F238E27FC236}">
                <a16:creationId xmlns:a16="http://schemas.microsoft.com/office/drawing/2014/main" id="{81EEC9DE-E606-45C5-85FC-72F5808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287" y="245412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e-production-solve-anchor-1">
            <a:extLst xmlns:a="http://schemas.openxmlformats.org/drawingml/2006/main">
              <a:ext uri="{FF2B5EF4-FFF2-40B4-BE49-F238E27FC236}">
                <a16:creationId xmlns:a16="http://schemas.microsoft.com/office/drawing/2014/main" id="{6D6DB5EC-624A-46F7-A40A-0153315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287" y="261830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30" name="e-production-solve-segment-0"/>
          <p:cNvCxnSpPr>
            <a:stCxn xmlns:a="http://schemas.openxmlformats.org/drawingml/2006/main" id="119" idx="4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1256669" y="2458885"/>
            <a:ext cx="0" cy="15942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331" name="e-experiment-solve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172332" y="2889075"/>
            <a:ext cx="290486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3" name="e-grid-transition-anchor-0">
            <a:extLst xmlns:a="http://schemas.openxmlformats.org/drawingml/2006/main">
              <a:ext uri="{FF2B5EF4-FFF2-40B4-BE49-F238E27FC236}">
                <a16:creationId xmlns:a16="http://schemas.microsoft.com/office/drawing/2014/main" id="{5317FDC6-20C8-46BB-A035-2649FF61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961" y="451909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e-grid-transition-anchor-1">
            <a:extLst xmlns:a="http://schemas.openxmlformats.org/drawingml/2006/main">
              <a:ext uri="{FF2B5EF4-FFF2-40B4-BE49-F238E27FC236}">
                <a16:creationId xmlns:a16="http://schemas.microsoft.com/office/drawing/2014/main" id="{59FD221C-B0AF-40DE-AA87-9BF6892D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702" y="451909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34" name="e-grid-transition-segment-0"/>
          <p:cNvCxnSpPr>
            <a:stCxn xmlns:a="http://schemas.openxmlformats.org/drawingml/2006/main" id="123" idx="6"/>
            <a:endCxn xmlns:a="http://schemas.openxmlformats.org/drawingml/2006/main" id="124" idx="2"/>
          </p:cNvCxnSpPr>
          <p:nvPr/>
        </p:nvCxnSpPr>
        <p:spPr>
          <a:xfrm xmlns:a="http://schemas.openxmlformats.org/drawingml/2006/main">
            <a:off x="1713724" y="4521481"/>
            <a:ext cx="1112978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6" name="e-optimization-state-anchor-0">
            <a:extLst xmlns:a="http://schemas.openxmlformats.org/drawingml/2006/main">
              <a:ext uri="{FF2B5EF4-FFF2-40B4-BE49-F238E27FC236}">
                <a16:creationId xmlns:a16="http://schemas.microsoft.com/office/drawing/2014/main" id="{B8D855ED-35B5-4F3A-870F-4F866DD7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177" y="5592635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e-optimization-state-anchor-1">
            <a:extLst xmlns:a="http://schemas.openxmlformats.org/drawingml/2006/main">
              <a:ext uri="{FF2B5EF4-FFF2-40B4-BE49-F238E27FC236}">
                <a16:creationId xmlns:a16="http://schemas.microsoft.com/office/drawing/2014/main" id="{7003CE13-388B-4772-8FB9-27D18E19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177" y="5352668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37" name="e-optimization-state-segment-0"/>
          <p:cNvCxnSpPr>
            <a:stCxn xmlns:a="http://schemas.openxmlformats.org/drawingml/2006/main" id="126" idx="0"/>
            <a:endCxn xmlns:a="http://schemas.openxmlformats.org/drawingml/2006/main" id="127" idx="4"/>
          </p:cNvCxnSpPr>
          <p:nvPr/>
        </p:nvCxnSpPr>
        <p:spPr>
          <a:xfrm xmlns:a="http://schemas.openxmlformats.org/drawingml/2006/main" flipV="1">
            <a:off x="1294559" y="5357431"/>
            <a:ext cx="0" cy="23520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9" name="e-constraints-state-anchor-0">
            <a:extLst xmlns:a="http://schemas.openxmlformats.org/drawingml/2006/main">
              <a:ext uri="{FF2B5EF4-FFF2-40B4-BE49-F238E27FC236}">
                <a16:creationId xmlns:a16="http://schemas.microsoft.com/office/drawing/2014/main" id="{6364D532-BBB2-4636-B7FB-F637B11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271" y="559895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e-constraints-state-anchor-1">
            <a:extLst xmlns:a="http://schemas.openxmlformats.org/drawingml/2006/main">
              <a:ext uri="{FF2B5EF4-FFF2-40B4-BE49-F238E27FC236}">
                <a16:creationId xmlns:a16="http://schemas.microsoft.com/office/drawing/2014/main" id="{D10067D3-C3A8-44E4-A4F9-E50C09F4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271" y="535898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0" name="e-constraints-state-segment-0"/>
          <p:cNvCxnSpPr>
            <a:stCxn xmlns:a="http://schemas.openxmlformats.org/drawingml/2006/main" id="129" idx="0"/>
            <a:endCxn xmlns:a="http://schemas.openxmlformats.org/drawingml/2006/main" id="130" idx="4"/>
          </p:cNvCxnSpPr>
          <p:nvPr/>
        </p:nvCxnSpPr>
        <p:spPr>
          <a:xfrm xmlns:a="http://schemas.openxmlformats.org/drawingml/2006/main" flipV="1">
            <a:off x="3662653" y="5363746"/>
            <a:ext cx="0" cy="23520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2" name="e-crop-model-methods-anchor-0">
            <a:extLst xmlns:a="http://schemas.openxmlformats.org/drawingml/2006/main">
              <a:ext uri="{FF2B5EF4-FFF2-40B4-BE49-F238E27FC236}">
                <a16:creationId xmlns:a16="http://schemas.microsoft.com/office/drawing/2014/main" id="{E24E8DA0-D598-45C5-A598-59057F2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939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e-crop-model-methods-anchor-1">
            <a:extLst xmlns:a="http://schemas.openxmlformats.org/drawingml/2006/main">
              <a:ext uri="{FF2B5EF4-FFF2-40B4-BE49-F238E27FC236}">
                <a16:creationId xmlns:a16="http://schemas.microsoft.com/office/drawing/2014/main" id="{0BF9F7C9-E6F5-49AA-9413-95034E6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31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3" name="e-crop-model-methods-segment-0"/>
          <p:cNvCxnSpPr>
            <a:stCxn xmlns:a="http://schemas.openxmlformats.org/drawingml/2006/main" id="132" idx="6"/>
            <a:endCxn xmlns:a="http://schemas.openxmlformats.org/drawingml/2006/main" id="133" idx="2"/>
          </p:cNvCxnSpPr>
          <p:nvPr/>
        </p:nvCxnSpPr>
        <p:spPr>
          <a:xfrm xmlns:a="http://schemas.openxmlformats.org/drawingml/2006/main">
            <a:off x="7207702" y="801995"/>
            <a:ext cx="20362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e-method-split-fa-anchor-0">
            <a:extLst xmlns:a="http://schemas.openxmlformats.org/drawingml/2006/main">
              <a:ext uri="{FF2B5EF4-FFF2-40B4-BE49-F238E27FC236}">
                <a16:creationId xmlns:a16="http://schemas.microsoft.com/office/drawing/2014/main" id="{B0D182B2-6790-47A0-A397-8905F9B1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31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e-method-split-fa-anchor-1">
            <a:extLst xmlns:a="http://schemas.openxmlformats.org/drawingml/2006/main">
              <a:ext uri="{FF2B5EF4-FFF2-40B4-BE49-F238E27FC236}">
                <a16:creationId xmlns:a16="http://schemas.microsoft.com/office/drawing/2014/main" id="{0ADC5433-2952-4E3A-9608-615B1B4A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31" y="36388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e-method-split-fa-anchor-2">
            <a:extLst xmlns:a="http://schemas.openxmlformats.org/drawingml/2006/main">
              <a:ext uri="{FF2B5EF4-FFF2-40B4-BE49-F238E27FC236}">
                <a16:creationId xmlns:a16="http://schemas.microsoft.com/office/drawing/2014/main" id="{6A735B52-C3B2-47BA-9864-D0941D49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000" y="36388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7" name="e-method-split-fa-segment-0"/>
          <p:cNvCxnSpPr>
            <a:stCxn xmlns:a="http://schemas.openxmlformats.org/drawingml/2006/main" id="135" idx="0"/>
            <a:endCxn xmlns:a="http://schemas.openxmlformats.org/drawingml/2006/main" id="136" idx="4"/>
          </p:cNvCxnSpPr>
          <p:nvPr/>
        </p:nvCxnSpPr>
        <p:spPr>
          <a:xfrm xmlns:a="http://schemas.openxmlformats.org/drawingml/2006/main" flipV="1">
            <a:off x="7413713" y="368647"/>
            <a:ext cx="0" cy="430966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48" name="e-method-split-fa-segment-1"/>
          <p:cNvCxnSpPr>
            <a:stCxn xmlns:a="http://schemas.openxmlformats.org/drawingml/2006/main" id="136" idx="6"/>
            <a:endCxn xmlns:a="http://schemas.openxmlformats.org/drawingml/2006/main" id="137" idx="2"/>
          </p:cNvCxnSpPr>
          <p:nvPr/>
        </p:nvCxnSpPr>
        <p:spPr>
          <a:xfrm xmlns:a="http://schemas.openxmlformats.org/drawingml/2006/main">
            <a:off x="7416094" y="366266"/>
            <a:ext cx="108906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40" name="e-method-split-iahp-anchor-0">
            <a:extLst xmlns:a="http://schemas.openxmlformats.org/drawingml/2006/main">
              <a:ext uri="{FF2B5EF4-FFF2-40B4-BE49-F238E27FC236}">
                <a16:creationId xmlns:a16="http://schemas.microsoft.com/office/drawing/2014/main" id="{E1CF1C6C-75AD-4342-BB78-BEAEE374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31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e-method-split-iahp-anchor-1">
            <a:extLst xmlns:a="http://schemas.openxmlformats.org/drawingml/2006/main">
              <a:ext uri="{FF2B5EF4-FFF2-40B4-BE49-F238E27FC236}">
                <a16:creationId xmlns:a16="http://schemas.microsoft.com/office/drawing/2014/main" id="{AD5185BC-FF12-4BE7-87BE-E05E24B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31" y="114061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e-method-split-iahp-anchor-2">
            <a:extLst xmlns:a="http://schemas.openxmlformats.org/drawingml/2006/main">
              <a:ext uri="{FF2B5EF4-FFF2-40B4-BE49-F238E27FC236}">
                <a16:creationId xmlns:a16="http://schemas.microsoft.com/office/drawing/2014/main" id="{C17191D3-CFBC-44A2-A7CC-E24D1FD7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000" y="114061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2" name="e-method-split-iahp-segment-0"/>
          <p:cNvCxnSpPr>
            <a:stCxn xmlns:a="http://schemas.openxmlformats.org/drawingml/2006/main" id="140" idx="4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7413713" y="804376"/>
            <a:ext cx="0" cy="336243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53" name="e-method-split-iahp-segment-1"/>
          <p:cNvCxnSpPr>
            <a:stCxn xmlns:a="http://schemas.openxmlformats.org/drawingml/2006/main" id="141" idx="6"/>
            <a:endCxn xmlns:a="http://schemas.openxmlformats.org/drawingml/2006/main" id="142" idx="2"/>
          </p:cNvCxnSpPr>
          <p:nvPr/>
        </p:nvCxnSpPr>
        <p:spPr>
          <a:xfrm xmlns:a="http://schemas.openxmlformats.org/drawingml/2006/main">
            <a:off x="7416094" y="1143001"/>
            <a:ext cx="108906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45" name="e-fa-method-merge-anchor-0">
            <a:extLst xmlns:a="http://schemas.openxmlformats.org/drawingml/2006/main">
              <a:ext uri="{FF2B5EF4-FFF2-40B4-BE49-F238E27FC236}">
                <a16:creationId xmlns:a16="http://schemas.microsoft.com/office/drawing/2014/main" id="{2D79E4A7-58DB-4F1D-A2FF-78FEA246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668" y="37019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e-fa-method-merge-anchor-1">
            <a:extLst xmlns:a="http://schemas.openxmlformats.org/drawingml/2006/main">
              <a:ext uri="{FF2B5EF4-FFF2-40B4-BE49-F238E27FC236}">
                <a16:creationId xmlns:a16="http://schemas.microsoft.com/office/drawing/2014/main" id="{A036599A-3BD1-44B2-BA2E-ECB8272B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52" y="37019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e-fa-method-merge-anchor-2">
            <a:extLst xmlns:a="http://schemas.openxmlformats.org/drawingml/2006/main">
              <a:ext uri="{FF2B5EF4-FFF2-40B4-BE49-F238E27FC236}">
                <a16:creationId xmlns:a16="http://schemas.microsoft.com/office/drawing/2014/main" id="{37F153BA-397E-49CC-B235-4480DFD4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52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7" name="e-fa-method-merge-segment-0"/>
          <p:cNvCxnSpPr>
            <a:stCxn xmlns:a="http://schemas.openxmlformats.org/drawingml/2006/main" id="145" idx="6"/>
            <a:endCxn xmlns:a="http://schemas.openxmlformats.org/drawingml/2006/main" id="146" idx="2"/>
          </p:cNvCxnSpPr>
          <p:nvPr/>
        </p:nvCxnSpPr>
        <p:spPr>
          <a:xfrm xmlns:a="http://schemas.openxmlformats.org/drawingml/2006/main">
            <a:off x="8786431" y="372581"/>
            <a:ext cx="11522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58" name="e-fa-method-merge-segment-1"/>
          <p:cNvCxnSpPr>
            <a:stCxn xmlns:a="http://schemas.openxmlformats.org/drawingml/2006/main" id="146" idx="4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8904034" y="374962"/>
            <a:ext cx="0" cy="424651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50" name="e-iahp-method-merge-anchor-0">
            <a:extLst xmlns:a="http://schemas.openxmlformats.org/drawingml/2006/main">
              <a:ext uri="{FF2B5EF4-FFF2-40B4-BE49-F238E27FC236}">
                <a16:creationId xmlns:a16="http://schemas.microsoft.com/office/drawing/2014/main" id="{341764A0-A77C-4B51-B5DA-FD34027B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668" y="114061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e-iahp-method-merge-anchor-1">
            <a:extLst xmlns:a="http://schemas.openxmlformats.org/drawingml/2006/main">
              <a:ext uri="{FF2B5EF4-FFF2-40B4-BE49-F238E27FC236}">
                <a16:creationId xmlns:a16="http://schemas.microsoft.com/office/drawing/2014/main" id="{E92466F5-0FE7-4227-8316-D25DDD2B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52" y="114061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e-iahp-method-merge-anchor-2">
            <a:extLst xmlns:a="http://schemas.openxmlformats.org/drawingml/2006/main">
              <a:ext uri="{FF2B5EF4-FFF2-40B4-BE49-F238E27FC236}">
                <a16:creationId xmlns:a16="http://schemas.microsoft.com/office/drawing/2014/main" id="{C1F02C1A-910C-4FA8-9866-1AF28EF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52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62" name="e-iahp-method-merge-segment-0"/>
          <p:cNvCxnSpPr>
            <a:stCxn xmlns:a="http://schemas.openxmlformats.org/drawingml/2006/main" id="150" idx="6"/>
            <a:endCxn xmlns:a="http://schemas.openxmlformats.org/drawingml/2006/main" id="151" idx="2"/>
          </p:cNvCxnSpPr>
          <p:nvPr/>
        </p:nvCxnSpPr>
        <p:spPr>
          <a:xfrm xmlns:a="http://schemas.openxmlformats.org/drawingml/2006/main">
            <a:off x="8786431" y="1143001"/>
            <a:ext cx="11522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63" name="e-iahp-method-merge-segment-1"/>
          <p:cNvCxnSpPr>
            <a:stCxn xmlns:a="http://schemas.openxmlformats.org/drawingml/2006/main" id="151" idx="0"/>
            <a:endCxn xmlns:a="http://schemas.openxmlformats.org/drawingml/2006/main" id="152" idx="4"/>
          </p:cNvCxnSpPr>
          <p:nvPr/>
        </p:nvCxnSpPr>
        <p:spPr>
          <a:xfrm xmlns:a="http://schemas.openxmlformats.org/drawingml/2006/main" flipV="1">
            <a:off x="8904034" y="804376"/>
            <a:ext cx="0" cy="336243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55" name="e-method-weight-anchor-0">
            <a:extLst xmlns:a="http://schemas.openxmlformats.org/drawingml/2006/main">
              <a:ext uri="{FF2B5EF4-FFF2-40B4-BE49-F238E27FC236}">
                <a16:creationId xmlns:a16="http://schemas.microsoft.com/office/drawing/2014/main" id="{9401EC29-1C84-4356-AEA1-2F2404B4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52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e-method-weight-anchor-1">
            <a:extLst xmlns:a="http://schemas.openxmlformats.org/drawingml/2006/main">
              <a:ext uri="{FF2B5EF4-FFF2-40B4-BE49-F238E27FC236}">
                <a16:creationId xmlns:a16="http://schemas.microsoft.com/office/drawing/2014/main" id="{5209A899-48A4-40FE-B2BA-B75711ED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40" y="79961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e-method-weight-anchor-2">
            <a:extLst xmlns:a="http://schemas.openxmlformats.org/drawingml/2006/main">
              <a:ext uri="{FF2B5EF4-FFF2-40B4-BE49-F238E27FC236}">
                <a16:creationId xmlns:a16="http://schemas.microsoft.com/office/drawing/2014/main" id="{6F834A0A-FD70-4EFD-9D5D-7EBFEF41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40" y="200576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e-method-weight-anchor-3">
            <a:extLst xmlns:a="http://schemas.openxmlformats.org/drawingml/2006/main">
              <a:ext uri="{FF2B5EF4-FFF2-40B4-BE49-F238E27FC236}">
                <a16:creationId xmlns:a16="http://schemas.microsoft.com/office/drawing/2014/main" id="{C81352AB-212C-489A-A9BB-7A4852A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983" y="2005762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68" name="e-method-weight-segment-0"/>
          <p:cNvCxnSpPr>
            <a:stCxn xmlns:a="http://schemas.openxmlformats.org/drawingml/2006/main" id="155" idx="6"/>
            <a:endCxn xmlns:a="http://schemas.openxmlformats.org/drawingml/2006/main" id="156" idx="2"/>
          </p:cNvCxnSpPr>
          <p:nvPr/>
        </p:nvCxnSpPr>
        <p:spPr>
          <a:xfrm xmlns:a="http://schemas.openxmlformats.org/drawingml/2006/main">
            <a:off x="8906415" y="801995"/>
            <a:ext cx="15942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69" name="e-method-weight-segment-1"/>
          <p:cNvCxnSpPr>
            <a:stCxn xmlns:a="http://schemas.openxmlformats.org/drawingml/2006/main" id="156" idx="4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9068222" y="804376"/>
            <a:ext cx="0" cy="1201386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70" name="e-method-weight-segment-2"/>
          <p:cNvCxnSpPr>
            <a:stCxn xmlns:a="http://schemas.openxmlformats.org/drawingml/2006/main" id="157" idx="2"/>
            <a:endCxn xmlns:a="http://schemas.openxmlformats.org/drawingml/2006/main" id="158" idx="6"/>
          </p:cNvCxnSpPr>
          <p:nvPr/>
        </p:nvCxnSpPr>
        <p:spPr>
          <a:xfrm xmlns:a="http://schemas.openxmlformats.org/drawingml/2006/main" flipH="1">
            <a:off x="8792746" y="2008144"/>
            <a:ext cx="27309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371" name="e-weight-cs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158873" y="2267055"/>
            <a:ext cx="0" cy="353636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3" name="e-cs-state-anchor-0">
            <a:extLst xmlns:a="http://schemas.openxmlformats.org/drawingml/2006/main">
              <a:ext uri="{FF2B5EF4-FFF2-40B4-BE49-F238E27FC236}">
                <a16:creationId xmlns:a16="http://schemas.microsoft.com/office/drawing/2014/main" id="{A9A648F0-D987-4921-8904-85A0CA3A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92" y="3129818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e-cs-state-anchor-1">
            <a:extLst xmlns:a="http://schemas.openxmlformats.org/drawingml/2006/main">
              <a:ext uri="{FF2B5EF4-FFF2-40B4-BE49-F238E27FC236}">
                <a16:creationId xmlns:a16="http://schemas.microsoft.com/office/drawing/2014/main" id="{BA11BD88-D6BE-4D9B-AA91-8221548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92" y="340135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e-cs-state-anchor-2">
            <a:extLst xmlns:a="http://schemas.openxmlformats.org/drawingml/2006/main">
              <a:ext uri="{FF2B5EF4-FFF2-40B4-BE49-F238E27FC236}">
                <a16:creationId xmlns:a16="http://schemas.microsoft.com/office/drawing/2014/main" id="{FCFAC048-1810-4A0F-9F6E-6EAA5B8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138" y="340135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e-cs-state-anchor-3">
            <a:extLst xmlns:a="http://schemas.openxmlformats.org/drawingml/2006/main">
              <a:ext uri="{FF2B5EF4-FFF2-40B4-BE49-F238E27FC236}">
                <a16:creationId xmlns:a16="http://schemas.microsoft.com/office/drawing/2014/main" id="{72079750-77D9-449B-BBE3-03B8A02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138" y="381182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e-cs-state-anchor-4">
            <a:extLst xmlns:a="http://schemas.openxmlformats.org/drawingml/2006/main">
              <a:ext uri="{FF2B5EF4-FFF2-40B4-BE49-F238E27FC236}">
                <a16:creationId xmlns:a16="http://schemas.microsoft.com/office/drawing/2014/main" id="{AA087E89-657A-4AD2-AF30-9D959E88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005" y="381182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7" name="e-cs-state-segment-0"/>
          <p:cNvCxnSpPr>
            <a:stCxn xmlns:a="http://schemas.openxmlformats.org/drawingml/2006/main" id="163" idx="4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8158874" y="3134581"/>
            <a:ext cx="0" cy="266778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78" name="e-cs-state-segment-1"/>
          <p:cNvCxnSpPr>
            <a:stCxn xmlns:a="http://schemas.openxmlformats.org/drawingml/2006/main" id="164" idx="2"/>
            <a:endCxn xmlns:a="http://schemas.openxmlformats.org/drawingml/2006/main" id="165" idx="6"/>
          </p:cNvCxnSpPr>
          <p:nvPr/>
        </p:nvCxnSpPr>
        <p:spPr>
          <a:xfrm xmlns:a="http://schemas.openxmlformats.org/drawingml/2006/main" flipH="1">
            <a:off x="4624901" y="3403741"/>
            <a:ext cx="353159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79" name="e-cs-state-segment-2"/>
          <p:cNvCxnSpPr>
            <a:stCxn xmlns:a="http://schemas.openxmlformats.org/drawingml/2006/main" id="165" idx="4"/>
            <a:endCxn xmlns:a="http://schemas.openxmlformats.org/drawingml/2006/main" id="166" idx="0"/>
          </p:cNvCxnSpPr>
          <p:nvPr/>
        </p:nvCxnSpPr>
        <p:spPr>
          <a:xfrm xmlns:a="http://schemas.openxmlformats.org/drawingml/2006/main">
            <a:off x="4622520" y="3406122"/>
            <a:ext cx="0" cy="40570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80" name="e-cs-state-segment-3"/>
          <p:cNvCxnSpPr>
            <a:stCxn xmlns:a="http://schemas.openxmlformats.org/drawingml/2006/main" id="166" idx="2"/>
            <a:endCxn xmlns:a="http://schemas.openxmlformats.org/drawingml/2006/main" id="167" idx="6"/>
          </p:cNvCxnSpPr>
          <p:nvPr/>
        </p:nvCxnSpPr>
        <p:spPr>
          <a:xfrm xmlns:a="http://schemas.openxmlformats.org/drawingml/2006/main" flipH="1">
            <a:off x="4441768" y="3814211"/>
            <a:ext cx="17837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2" name="e-state-algorithms-anchor-0">
            <a:extLst xmlns:a="http://schemas.openxmlformats.org/drawingml/2006/main">
              <a:ext uri="{FF2B5EF4-FFF2-40B4-BE49-F238E27FC236}">
                <a16:creationId xmlns:a16="http://schemas.microsoft.com/office/drawing/2014/main" id="{2F360603-0B70-425C-8DDF-3318D39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005" y="446858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e-state-algorithms-anchor-1">
            <a:extLst xmlns:a="http://schemas.openxmlformats.org/drawingml/2006/main">
              <a:ext uri="{FF2B5EF4-FFF2-40B4-BE49-F238E27FC236}">
                <a16:creationId xmlns:a16="http://schemas.microsoft.com/office/drawing/2014/main" id="{AA2F7147-D7E9-4D5C-ABBC-831ED37C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92" y="446858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83" name="e-state-algorithms-segment-0"/>
          <p:cNvCxnSpPr>
            <a:stCxn xmlns:a="http://schemas.openxmlformats.org/drawingml/2006/main" id="172" idx="6"/>
            <a:endCxn xmlns:a="http://schemas.openxmlformats.org/drawingml/2006/main" id="173" idx="2"/>
          </p:cNvCxnSpPr>
          <p:nvPr/>
        </p:nvCxnSpPr>
        <p:spPr>
          <a:xfrm xmlns:a="http://schemas.openxmlformats.org/drawingml/2006/main">
            <a:off x="4441768" y="4470962"/>
            <a:ext cx="28572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5" name="e-algorithm-split-ga-anchor-0">
            <a:extLst xmlns:a="http://schemas.openxmlformats.org/drawingml/2006/main">
              <a:ext uri="{FF2B5EF4-FFF2-40B4-BE49-F238E27FC236}">
                <a16:creationId xmlns:a16="http://schemas.microsoft.com/office/drawing/2014/main" id="{C46967E2-49CB-4BB8-81A0-A97ECD4C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92" y="446858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e-algorithm-split-ga-anchor-1">
            <a:extLst xmlns:a="http://schemas.openxmlformats.org/drawingml/2006/main">
              <a:ext uri="{FF2B5EF4-FFF2-40B4-BE49-F238E27FC236}">
                <a16:creationId xmlns:a16="http://schemas.microsoft.com/office/drawing/2014/main" id="{7BC4E075-899D-44C4-8D59-B2DB2786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92" y="4077055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e-algorithm-split-ga-anchor-2">
            <a:extLst xmlns:a="http://schemas.openxmlformats.org/drawingml/2006/main">
              <a:ext uri="{FF2B5EF4-FFF2-40B4-BE49-F238E27FC236}">
                <a16:creationId xmlns:a16="http://schemas.microsoft.com/office/drawing/2014/main" id="{C8C38E32-1884-4D2A-A163-B5B858B8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254" y="4077055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87" name="e-algorithm-split-ga-segment-0"/>
          <p:cNvCxnSpPr>
            <a:stCxn xmlns:a="http://schemas.openxmlformats.org/drawingml/2006/main" id="175" idx="0"/>
            <a:endCxn xmlns:a="http://schemas.openxmlformats.org/drawingml/2006/main" id="176" idx="4"/>
          </p:cNvCxnSpPr>
          <p:nvPr/>
        </p:nvCxnSpPr>
        <p:spPr>
          <a:xfrm xmlns:a="http://schemas.openxmlformats.org/drawingml/2006/main" flipV="1">
            <a:off x="4729874" y="4081818"/>
            <a:ext cx="0" cy="38676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88" name="e-algorithm-split-ga-segment-1"/>
          <p:cNvCxnSpPr>
            <a:stCxn xmlns:a="http://schemas.openxmlformats.org/drawingml/2006/main" id="176" idx="6"/>
            <a:endCxn xmlns:a="http://schemas.openxmlformats.org/drawingml/2006/main" id="177" idx="2"/>
          </p:cNvCxnSpPr>
          <p:nvPr/>
        </p:nvCxnSpPr>
        <p:spPr>
          <a:xfrm xmlns:a="http://schemas.openxmlformats.org/drawingml/2006/main">
            <a:off x="4732255" y="4079437"/>
            <a:ext cx="19099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80" name="e-algorithm-split-pso-anchor-0">
            <a:extLst xmlns:a="http://schemas.openxmlformats.org/drawingml/2006/main">
              <a:ext uri="{FF2B5EF4-FFF2-40B4-BE49-F238E27FC236}">
                <a16:creationId xmlns:a16="http://schemas.microsoft.com/office/drawing/2014/main" id="{8058410D-1BD6-4A2E-8063-CE540918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92" y="446858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e-algorithm-split-pso-anchor-1">
            <a:extLst xmlns:a="http://schemas.openxmlformats.org/drawingml/2006/main">
              <a:ext uri="{FF2B5EF4-FFF2-40B4-BE49-F238E27FC236}">
                <a16:creationId xmlns:a16="http://schemas.microsoft.com/office/drawing/2014/main" id="{E357D098-970B-4435-83B4-965108EC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92" y="4784326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e-algorithm-split-pso-anchor-2">
            <a:extLst xmlns:a="http://schemas.openxmlformats.org/drawingml/2006/main">
              <a:ext uri="{FF2B5EF4-FFF2-40B4-BE49-F238E27FC236}">
                <a16:creationId xmlns:a16="http://schemas.microsoft.com/office/drawing/2014/main" id="{3ECD7F81-655F-4A7D-9BA9-D22D67D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254" y="4784326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2" name="e-algorithm-split-pso-segment-0"/>
          <p:cNvCxnSpPr>
            <a:stCxn xmlns:a="http://schemas.openxmlformats.org/drawingml/2006/main" id="180" idx="4"/>
            <a:endCxn xmlns:a="http://schemas.openxmlformats.org/drawingml/2006/main" id="181" idx="0"/>
          </p:cNvCxnSpPr>
          <p:nvPr/>
        </p:nvCxnSpPr>
        <p:spPr>
          <a:xfrm xmlns:a="http://schemas.openxmlformats.org/drawingml/2006/main">
            <a:off x="4729874" y="4473343"/>
            <a:ext cx="0" cy="310983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393" name="e-algorithm-split-pso-segment-1"/>
          <p:cNvCxnSpPr>
            <a:stCxn xmlns:a="http://schemas.openxmlformats.org/drawingml/2006/main" id="181" idx="6"/>
            <a:endCxn xmlns:a="http://schemas.openxmlformats.org/drawingml/2006/main" id="182" idx="2"/>
          </p:cNvCxnSpPr>
          <p:nvPr/>
        </p:nvCxnSpPr>
        <p:spPr>
          <a:xfrm xmlns:a="http://schemas.openxmlformats.org/drawingml/2006/main">
            <a:off x="4732255" y="4786708"/>
            <a:ext cx="19099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85" name="e-ga-algorithm-merge-anchor-0">
            <a:extLst xmlns:a="http://schemas.openxmlformats.org/drawingml/2006/main">
              <a:ext uri="{FF2B5EF4-FFF2-40B4-BE49-F238E27FC236}">
                <a16:creationId xmlns:a16="http://schemas.microsoft.com/office/drawing/2014/main" id="{E689A2F3-C208-499D-9A13-5626ED4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552" y="4077055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e-ga-algorithm-merge-anchor-1">
            <a:extLst xmlns:a="http://schemas.openxmlformats.org/drawingml/2006/main">
              <a:ext uri="{FF2B5EF4-FFF2-40B4-BE49-F238E27FC236}">
                <a16:creationId xmlns:a16="http://schemas.microsoft.com/office/drawing/2014/main" id="{898D7B8C-39F9-4CE4-8D7B-D117AB0D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315" y="4077055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6" name="e-ga-algorithm-merge-segment-0"/>
          <p:cNvCxnSpPr>
            <a:stCxn xmlns:a="http://schemas.openxmlformats.org/drawingml/2006/main" id="185" idx="6"/>
            <a:endCxn xmlns:a="http://schemas.openxmlformats.org/drawingml/2006/main" id="186" idx="2"/>
          </p:cNvCxnSpPr>
          <p:nvPr/>
        </p:nvCxnSpPr>
        <p:spPr>
          <a:xfrm xmlns:a="http://schemas.openxmlformats.org/drawingml/2006/main">
            <a:off x="6197315" y="4079437"/>
            <a:ext cx="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88" name="e-pso-algorithm-merge-anchor-0">
            <a:extLst xmlns:a="http://schemas.openxmlformats.org/drawingml/2006/main">
              <a:ext uri="{FF2B5EF4-FFF2-40B4-BE49-F238E27FC236}">
                <a16:creationId xmlns:a16="http://schemas.microsoft.com/office/drawing/2014/main" id="{E1C0A227-D181-47E5-8055-6E59864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552" y="4784326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e-pso-algorithm-merge-anchor-1">
            <a:extLst xmlns:a="http://schemas.openxmlformats.org/drawingml/2006/main">
              <a:ext uri="{FF2B5EF4-FFF2-40B4-BE49-F238E27FC236}">
                <a16:creationId xmlns:a16="http://schemas.microsoft.com/office/drawing/2014/main" id="{E44D7F3A-8E77-477C-AC79-4F82581C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315" y="4784326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9" name="e-pso-algorithm-merge-segment-0"/>
          <p:cNvCxnSpPr>
            <a:stCxn xmlns:a="http://schemas.openxmlformats.org/drawingml/2006/main" id="188" idx="6"/>
            <a:endCxn xmlns:a="http://schemas.openxmlformats.org/drawingml/2006/main" id="189" idx="2"/>
          </p:cNvCxnSpPr>
          <p:nvPr/>
        </p:nvCxnSpPr>
        <p:spPr>
          <a:xfrm xmlns:a="http://schemas.openxmlformats.org/drawingml/2006/main">
            <a:off x="6197315" y="4786708"/>
            <a:ext cx="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91" name="algorithm-merge-rail-anchor-0">
            <a:extLst xmlns:a="http://schemas.openxmlformats.org/drawingml/2006/main">
              <a:ext uri="{FF2B5EF4-FFF2-40B4-BE49-F238E27FC236}">
                <a16:creationId xmlns:a16="http://schemas.microsoft.com/office/drawing/2014/main" id="{9A0C2142-6EE0-497B-8377-858C5F3F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315" y="4077055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algorithm-merge-rail-anchor-1">
            <a:extLst xmlns:a="http://schemas.openxmlformats.org/drawingml/2006/main">
              <a:ext uri="{FF2B5EF4-FFF2-40B4-BE49-F238E27FC236}">
                <a16:creationId xmlns:a16="http://schemas.microsoft.com/office/drawing/2014/main" id="{78DE2359-FB32-4337-8B16-8DCEA2A1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315" y="530846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02" name="algorithm-merge-rail-segment-0"/>
          <p:cNvCxnSpPr>
            <a:stCxn xmlns:a="http://schemas.openxmlformats.org/drawingml/2006/main" id="191" idx="4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6390697" y="4081818"/>
            <a:ext cx="0" cy="1226646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194" name="e-algorithms-optimal-anchor-0">
            <a:extLst xmlns:a="http://schemas.openxmlformats.org/drawingml/2006/main">
              <a:ext uri="{FF2B5EF4-FFF2-40B4-BE49-F238E27FC236}">
                <a16:creationId xmlns:a16="http://schemas.microsoft.com/office/drawing/2014/main" id="{49053B3E-7982-4F34-9C55-8E248CB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315" y="530846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e-algorithms-optimal-anchor-1">
            <a:extLst xmlns:a="http://schemas.openxmlformats.org/drawingml/2006/main">
              <a:ext uri="{FF2B5EF4-FFF2-40B4-BE49-F238E27FC236}">
                <a16:creationId xmlns:a16="http://schemas.microsoft.com/office/drawing/2014/main" id="{1386F27F-A715-42FD-884E-8857A08A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768" y="530846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e-algorithms-optimal-anchor-2">
            <a:extLst xmlns:a="http://schemas.openxmlformats.org/drawingml/2006/main">
              <a:ext uri="{FF2B5EF4-FFF2-40B4-BE49-F238E27FC236}">
                <a16:creationId xmlns:a16="http://schemas.microsoft.com/office/drawing/2014/main" id="{F26E9D4E-20EE-4D01-80D3-7FD9DFC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768" y="5718934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06" name="e-algorithms-optimal-segment-0"/>
          <p:cNvCxnSpPr>
            <a:stCxn xmlns:a="http://schemas.openxmlformats.org/drawingml/2006/main" id="194" idx="2"/>
            <a:endCxn xmlns:a="http://schemas.openxmlformats.org/drawingml/2006/main" id="195" idx="6"/>
          </p:cNvCxnSpPr>
          <p:nvPr/>
        </p:nvCxnSpPr>
        <p:spPr>
          <a:xfrm xmlns:a="http://schemas.openxmlformats.org/drawingml/2006/main" flipH="1">
            <a:off x="5780531" y="5310845"/>
            <a:ext cx="60778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407" name="e-algorithms-optimal-segment-1"/>
          <p:cNvCxnSpPr>
            <a:stCxn xmlns:a="http://schemas.openxmlformats.org/drawingml/2006/main" id="195" idx="4"/>
            <a:endCxn xmlns:a="http://schemas.openxmlformats.org/drawingml/2006/main" id="196" idx="0"/>
          </p:cNvCxnSpPr>
          <p:nvPr/>
        </p:nvCxnSpPr>
        <p:spPr>
          <a:xfrm xmlns:a="http://schemas.openxmlformats.org/drawingml/2006/main">
            <a:off x="5778150" y="5313227"/>
            <a:ext cx="0" cy="40570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99" name="e-optimal-analysis-split-anchor-0">
            <a:extLst xmlns:a="http://schemas.openxmlformats.org/drawingml/2006/main">
              <a:ext uri="{FF2B5EF4-FFF2-40B4-BE49-F238E27FC236}">
                <a16:creationId xmlns:a16="http://schemas.microsoft.com/office/drawing/2014/main" id="{2DDF2595-120E-4CA0-9FB2-8AB1295A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39" y="612940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e-optimal-analysis-split-anchor-1">
            <a:extLst xmlns:a="http://schemas.openxmlformats.org/drawingml/2006/main">
              <a:ext uri="{FF2B5EF4-FFF2-40B4-BE49-F238E27FC236}">
                <a16:creationId xmlns:a16="http://schemas.microsoft.com/office/drawing/2014/main" id="{72F8267F-A9BC-4FDF-A079-11C9C556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92" y="6129403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e-optimal-analysis-split-anchor-2">
            <a:extLst xmlns:a="http://schemas.openxmlformats.org/drawingml/2006/main">
              <a:ext uri="{FF2B5EF4-FFF2-40B4-BE49-F238E27FC236}">
                <a16:creationId xmlns:a16="http://schemas.microsoft.com/office/drawing/2014/main" id="{0982100D-A8A8-4757-A828-D67E8FAE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92" y="382445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1" name="e-optimal-analysis-split-segment-0"/>
          <p:cNvCxnSpPr>
            <a:stCxn xmlns:a="http://schemas.openxmlformats.org/drawingml/2006/main" id="199" idx="6"/>
            <a:endCxn xmlns:a="http://schemas.openxmlformats.org/drawingml/2006/main" id="200" idx="2"/>
          </p:cNvCxnSpPr>
          <p:nvPr/>
        </p:nvCxnSpPr>
        <p:spPr>
          <a:xfrm xmlns:a="http://schemas.openxmlformats.org/drawingml/2006/main">
            <a:off x="6487802" y="6131785"/>
            <a:ext cx="10259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cxnSp>
        <p:nvCxnSpPr>
          <p:cNvPr id="412" name="e-optimal-analysis-split-segment-1"/>
          <p:cNvCxnSpPr>
            <a:stCxn xmlns:a="http://schemas.openxmlformats.org/drawingml/2006/main" id="200" idx="0"/>
            <a:endCxn xmlns:a="http://schemas.openxmlformats.org/drawingml/2006/main" id="201" idx="4"/>
          </p:cNvCxnSpPr>
          <p:nvPr/>
        </p:nvCxnSpPr>
        <p:spPr>
          <a:xfrm xmlns:a="http://schemas.openxmlformats.org/drawingml/2006/main" flipV="1">
            <a:off x="6592774" y="3829222"/>
            <a:ext cx="0" cy="2300181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</a:ln>
        </p:spPr>
      </p:cxnSp>
      <p:sp>
        <p:nvSpPr>
          <p:cNvPr id="204" name="e-analysis-correlation-anchor-0">
            <a:extLst xmlns:a="http://schemas.openxmlformats.org/drawingml/2006/main">
              <a:ext uri="{FF2B5EF4-FFF2-40B4-BE49-F238E27FC236}">
                <a16:creationId xmlns:a16="http://schemas.microsoft.com/office/drawing/2014/main" id="{E3AEE6FE-3D34-4433-A66B-6CD6CEB5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92" y="382445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e-analysis-correlation-anchor-1">
            <a:extLst xmlns:a="http://schemas.openxmlformats.org/drawingml/2006/main">
              <a:ext uri="{FF2B5EF4-FFF2-40B4-BE49-F238E27FC236}">
                <a16:creationId xmlns:a16="http://schemas.microsoft.com/office/drawing/2014/main" id="{0F56D144-96F3-4555-8EAE-425DBC82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525" y="3824459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5" name="e-analysis-correlation-segment-0"/>
          <p:cNvCxnSpPr>
            <a:stCxn xmlns:a="http://schemas.openxmlformats.org/drawingml/2006/main" id="204" idx="6"/>
            <a:endCxn xmlns:a="http://schemas.openxmlformats.org/drawingml/2006/main" id="205" idx="2"/>
          </p:cNvCxnSpPr>
          <p:nvPr/>
        </p:nvCxnSpPr>
        <p:spPr>
          <a:xfrm xmlns:a="http://schemas.openxmlformats.org/drawingml/2006/main">
            <a:off x="6595155" y="3826841"/>
            <a:ext cx="17837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07" name="e-analysis-carbon-anchor-0">
            <a:extLst xmlns:a="http://schemas.openxmlformats.org/drawingml/2006/main">
              <a:ext uri="{FF2B5EF4-FFF2-40B4-BE49-F238E27FC236}">
                <a16:creationId xmlns:a16="http://schemas.microsoft.com/office/drawing/2014/main" id="{86E0908F-7FFD-4373-8D79-FC91FF78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92" y="448121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e-analysis-carbon-anchor-1">
            <a:extLst xmlns:a="http://schemas.openxmlformats.org/drawingml/2006/main">
              <a:ext uri="{FF2B5EF4-FFF2-40B4-BE49-F238E27FC236}">
                <a16:creationId xmlns:a16="http://schemas.microsoft.com/office/drawing/2014/main" id="{5D19D396-8091-4750-9DC5-10CFDE0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525" y="4481210"/>
            <a:ext cx="4763" cy="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8" name="e-analysis-carbon-segment-0"/>
          <p:cNvCxnSpPr>
            <a:stCxn xmlns:a="http://schemas.openxmlformats.org/drawingml/2006/main" id="207" idx="6"/>
            <a:endCxn xmlns:a="http://schemas.openxmlformats.org/drawingml/2006/main" id="208" idx="2"/>
          </p:cNvCxnSpPr>
          <p:nvPr/>
        </p:nvCxnSpPr>
        <p:spPr>
          <a:xfrm xmlns:a="http://schemas.openxmlformats.org/drawingml/2006/main">
            <a:off x="6595155" y="4483592"/>
            <a:ext cx="17837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96250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2026-08-09T16:45:53.8690000Z</dcterms:created>
  <dcterms:modified xsi:type="dcterms:W3CDTF">2026-08-09T16:45:53.8690000Z</dcterms:modified>
</coreProperties>
</file>