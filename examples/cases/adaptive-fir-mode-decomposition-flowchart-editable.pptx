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7f9c0120814304" /><Relationship Type="http://schemas.openxmlformats.org/officeDocument/2006/relationships/extended-properties" Target="/docProps/app.xml" Id="R8486c4b90df04c73" /><Relationship Type="http://schemas.openxmlformats.org/officeDocument/2006/relationships/officeDocument" Target="/ppt/presentation.xml" Id="Rdaea780666cb44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51891da7284513"/>
  </p:sldMasterIdLst>
  <p:notesMasterIdLst>
    <p:notesMasterId xmlns:r="http://schemas.openxmlformats.org/officeDocument/2006/relationships" r:id="Ree844127015f45c8"/>
  </p:notesMasterIdLst>
  <p:sldIdLst>
    <p:sldId xmlns:r="http://schemas.openxmlformats.org/officeDocument/2006/relationships" id="256" r:id="R0c8f8948088c402e"/>
  </p:sldIdLst>
  <p:sldSz cx="7448550" cy="7229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e84ee731ae44da" /><Relationship Type="http://schemas.openxmlformats.org/officeDocument/2006/relationships/slideMaster" Target="/ppt/slideMasters/slideMaster1.xml" Id="Rb851891da7284513" /><Relationship Type="http://schemas.openxmlformats.org/officeDocument/2006/relationships/notesMaster" Target="/ppt/notesMasters/notesMaster1.xml" Id="Ree844127015f45c8" /><Relationship Type="http://schemas.openxmlformats.org/officeDocument/2006/relationships/presProps" Target="/ppt/presProps.xml" Id="R753c1a3f6a2d448a" /><Relationship Type="http://schemas.openxmlformats.org/officeDocument/2006/relationships/tableStyles" Target="/ppt/tableStyles.xml" Id="R31fb2d624e3947e9" /><Relationship Type="http://schemas.openxmlformats.org/officeDocument/2006/relationships/slide" Target="/ppt/slides/slide1.xml" Id="R0c8f8948088c40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aa4ed5d37f41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afe8a687e74d2d" /><Relationship Type="http://schemas.openxmlformats.org/officeDocument/2006/relationships/notesMaster" Target="/ppt/notesMasters/notesMaster1.xml" Id="Rdc3383c2065948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86d2e4cec4c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6e6215b2514898" /><Relationship Type="http://schemas.openxmlformats.org/officeDocument/2006/relationships/slideLayout" Target="/ppt/slideLayouts/slideLayout1.xml" Id="Ra982f0c454b04e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82f0c454b04e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2c18194324925" /><Relationship Type="http://schemas.openxmlformats.org/officeDocument/2006/relationships/notesSlide" Target="/ppt/notesSlides/notesSlide1.xml" Id="R9eb163f6a00444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eriod-estimation-dashed-boundary">
            <a:extLst xmlns:a="http://schemas.openxmlformats.org/drawingml/2006/main">
              <a:ext uri="{FF2B5EF4-FFF2-40B4-BE49-F238E27FC236}">
                <a16:creationId xmlns:a16="http://schemas.microsoft.com/office/drawing/2014/main" id="{06A18326-323C-44B7-A907-D0791A25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38225"/>
            <a:ext cx="3209925" cy="1781175"/>
          </a:xfrm>
          <a:custGeom xmlns:a="http://schemas.openxmlformats.org/drawingml/2006/main">
            <a:pathLst>
              <a:path w="3209925" h="1781175">
                <a:moveTo>
                  <a:pt x="0" y="0"/>
                </a:moveTo>
                <a:lnTo>
                  <a:pt x="0" y="1781175"/>
                </a:lnTo>
                <a:lnTo>
                  <a:pt x="3209925" y="1781175"/>
                </a:lnTo>
                <a:lnTo>
                  <a:pt x="3209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0000"/>
            </a:solidFill>
            <a:prstDash val="dash"/>
          </a:ln>
        </p:spPr>
      </p:sp>
      <p:sp>
        <p:nvSpPr>
          <p:cNvPr id="2" name="mode-selection-dashed-boundary">
            <a:extLst xmlns:a="http://schemas.openxmlformats.org/drawingml/2006/main">
              <a:ext uri="{FF2B5EF4-FFF2-40B4-BE49-F238E27FC236}">
                <a16:creationId xmlns:a16="http://schemas.microsoft.com/office/drawing/2014/main" id="{2965FDEA-7EA9-489A-ADD1-8D525F5B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95750"/>
            <a:ext cx="3209925" cy="1781175"/>
          </a:xfrm>
          <a:custGeom xmlns:a="http://schemas.openxmlformats.org/drawingml/2006/main">
            <a:pathLst>
              <a:path w="3209925" h="1781175">
                <a:moveTo>
                  <a:pt x="0" y="0"/>
                </a:moveTo>
                <a:lnTo>
                  <a:pt x="0" y="1781175"/>
                </a:lnTo>
                <a:lnTo>
                  <a:pt x="3209925" y="1781175"/>
                </a:lnTo>
                <a:lnTo>
                  <a:pt x="3209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00FF"/>
            </a:solidFill>
            <a:prstDash val="dash"/>
          </a:ln>
        </p:spPr>
      </p:sp>
      <p:sp>
        <p:nvSpPr>
          <p:cNvPr id="3" name="period-estimation-header">
            <a:extLst xmlns:a="http://schemas.openxmlformats.org/drawingml/2006/main">
              <a:ext uri="{FF2B5EF4-FFF2-40B4-BE49-F238E27FC236}">
                <a16:creationId xmlns:a16="http://schemas.microsoft.com/office/drawing/2014/main" id="{858D3470-EB2F-46F2-B1E2-3C15DF44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0550"/>
            <a:ext cx="3219450" cy="447675"/>
          </a:xfrm>
          <a:custGeom xmlns:a="http://schemas.openxmlformats.org/drawingml/2006/main">
            <a:pathLst>
              <a:path w="3219450" h="447675">
                <a:moveTo>
                  <a:pt x="0" y="123825"/>
                </a:moveTo>
                <a:lnTo>
                  <a:pt x="123825" y="0"/>
                </a:lnTo>
                <a:lnTo>
                  <a:pt x="3095625" y="0"/>
                </a:lnTo>
                <a:lnTo>
                  <a:pt x="3219450" y="123825"/>
                </a:lnTo>
                <a:lnTo>
                  <a:pt x="3219450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F9C49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mode-selection-header">
            <a:extLst xmlns:a="http://schemas.openxmlformats.org/drawingml/2006/main">
              <a:ext uri="{FF2B5EF4-FFF2-40B4-BE49-F238E27FC236}">
                <a16:creationId xmlns:a16="http://schemas.microsoft.com/office/drawing/2014/main" id="{CEBA6774-F04C-4482-9E64-3CABF91F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3219450" cy="457200"/>
          </a:xfrm>
          <a:custGeom xmlns:a="http://schemas.openxmlformats.org/drawingml/2006/main">
            <a:pathLst>
              <a:path w="3219450" h="457200">
                <a:moveTo>
                  <a:pt x="0" y="123825"/>
                </a:moveTo>
                <a:lnTo>
                  <a:pt x="123825" y="0"/>
                </a:lnTo>
                <a:lnTo>
                  <a:pt x="3105150" y="0"/>
                </a:lnTo>
                <a:lnTo>
                  <a:pt x="3219450" y="114300"/>
                </a:lnTo>
                <a:lnTo>
                  <a:pt x="321945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66C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load-raw-signal">
            <a:extLst xmlns:a="http://schemas.openxmlformats.org/drawingml/2006/main">
              <a:ext uri="{FF2B5EF4-FFF2-40B4-BE49-F238E27FC236}">
                <a16:creationId xmlns:a16="http://schemas.microsoft.com/office/drawing/2014/main" id="{F1A00870-52A6-41C1-B615-B1396EB1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3350"/>
            <a:ext cx="3000375" cy="542925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Load raw signal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Input decomposed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 number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, filter length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6" name="initialize-fir-filter-bank">
            <a:extLst xmlns:a="http://schemas.openxmlformats.org/drawingml/2006/main">
              <a:ext uri="{FF2B5EF4-FFF2-40B4-BE49-F238E27FC236}">
                <a16:creationId xmlns:a16="http://schemas.microsoft.com/office/drawing/2014/main" id="{007C3817-6998-418B-8808-D8051FDB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Initialize FIR filter band with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filters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start iteration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i=1</a:t>
            </a:r>
          </a:p>
        </p:txBody>
      </p:sp>
      <p:sp>
        <p:nvSpPr>
          <p:cNvPr id="7" name="obtain-filtered-signal-or-mode">
            <a:extLst xmlns:a="http://schemas.openxmlformats.org/drawingml/2006/main">
              <a:ext uri="{FF2B5EF4-FFF2-40B4-BE49-F238E27FC236}">
                <a16:creationId xmlns:a16="http://schemas.microsoft.com/office/drawing/2014/main" id="{9AED9030-CAC5-4A0E-BFC2-4061C12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90675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Obtain filtered signal or decomposed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uₖⁱ</a:t>
            </a:r>
          </a:p>
        </p:txBody>
      </p:sp>
      <p:sp>
        <p:nvSpPr>
          <p:cNvPr id="8" name="update-fir-filter-coefficients">
            <a:extLst xmlns:a="http://schemas.openxmlformats.org/drawingml/2006/main">
              <a:ext uri="{FF2B5EF4-FFF2-40B4-BE49-F238E27FC236}">
                <a16:creationId xmlns:a16="http://schemas.microsoft.com/office/drawing/2014/main" id="{8816D437-64B7-4FC8-B21E-4876DA4D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43150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the FIR filter coefficient using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uₖⁱ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Tₖⁱ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; 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i=i+1</a:t>
            </a:r>
          </a:p>
        </p:txBody>
      </p:sp>
      <p:sp>
        <p:nvSpPr>
          <p:cNvPr id="9" name="decision-pre-iteration-number">
            <a:extLst xmlns:a="http://schemas.openxmlformats.org/drawingml/2006/main">
              <a:ext uri="{FF2B5EF4-FFF2-40B4-BE49-F238E27FC236}">
                <a16:creationId xmlns:a16="http://schemas.microsoft.com/office/drawing/2014/main" id="{08B6FA03-98D8-410D-B4D8-A098438B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3000375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</p:sp>
      <p:sp>
        <p:nvSpPr>
          <p:cNvPr id="10" name="decision-pre-iteration-number-label">
            <a:extLst xmlns:a="http://schemas.openxmlformats.org/drawingml/2006/main">
              <a:ext uri="{FF2B5EF4-FFF2-40B4-BE49-F238E27FC236}">
                <a16:creationId xmlns:a16="http://schemas.microsoft.com/office/drawing/2014/main" id="{3193D0A6-5CEF-47FC-9BAB-466FB7D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8612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Reach the pre-iteration number?</a:t>
            </a:r>
          </a:p>
        </p:txBody>
      </p:sp>
      <p:sp>
        <p:nvSpPr>
          <p:cNvPr id="11" name="compute-correlation-matrix">
            <a:extLst xmlns:a="http://schemas.openxmlformats.org/drawingml/2006/main">
              <a:ext uri="{FF2B5EF4-FFF2-40B4-BE49-F238E27FC236}">
                <a16:creationId xmlns:a16="http://schemas.microsoft.com/office/drawing/2014/main" id="{0FB5B820-F9F9-44EB-BB21-2D1322FE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29075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</p:sp>
      <p:sp>
        <p:nvSpPr>
          <p:cNvPr id="12" name="compute-correlation-line-1">
            <a:extLst xmlns:a="http://schemas.openxmlformats.org/drawingml/2006/main">
              <a:ext uri="{FF2B5EF4-FFF2-40B4-BE49-F238E27FC236}">
                <a16:creationId xmlns:a16="http://schemas.microsoft.com/office/drawing/2014/main" id="{886309DA-3D9E-419A-BC3E-D27F3B98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862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Compute the correlation coefficient</a:t>
            </a:r>
          </a:p>
        </p:txBody>
      </p:sp>
      <p:sp>
        <p:nvSpPr>
          <p:cNvPr id="13" name="compute-correlation-line-2-base">
            <a:extLst xmlns:a="http://schemas.openxmlformats.org/drawingml/2006/main">
              <a:ext uri="{FF2B5EF4-FFF2-40B4-BE49-F238E27FC236}">
                <a16:creationId xmlns:a16="http://schemas.microsoft.com/office/drawing/2014/main" id="{08AD87BD-50F7-422F-8CBB-06776D0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95775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 all modes and get matrix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CC</a:t>
            </a:r>
          </a:p>
        </p:txBody>
      </p:sp>
      <p:sp>
        <p:nvSpPr>
          <p:cNvPr id="14" name="correlation-matrix-dimension-subscript">
            <a:extLst xmlns:a="http://schemas.openxmlformats.org/drawingml/2006/main">
              <a:ext uri="{FF2B5EF4-FFF2-40B4-BE49-F238E27FC236}">
                <a16:creationId xmlns:a16="http://schemas.microsoft.com/office/drawing/2014/main" id="{4B190624-ACED-418D-9503-BE984EA5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4095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6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(K×K)</a:t>
            </a:r>
          </a:p>
        </p:txBody>
      </p:sp>
      <p:sp>
        <p:nvSpPr>
          <p:cNvPr id="15" name="decrement-mode-number">
            <a:extLst xmlns:a="http://schemas.openxmlformats.org/drawingml/2006/main">
              <a:ext uri="{FF2B5EF4-FFF2-40B4-BE49-F238E27FC236}">
                <a16:creationId xmlns:a16="http://schemas.microsoft.com/office/drawing/2014/main" id="{41BBB2B5-1A66-4320-A681-310020D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76800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K=K-1</a:t>
            </a:r>
          </a:p>
        </p:txBody>
      </p:sp>
      <p:sp>
        <p:nvSpPr>
          <p:cNvPr id="16" name="decision-mode-number-equals-n">
            <a:extLst xmlns:a="http://schemas.openxmlformats.org/drawingml/2006/main">
              <a:ext uri="{FF2B5EF4-FFF2-40B4-BE49-F238E27FC236}">
                <a16:creationId xmlns:a16="http://schemas.microsoft.com/office/drawing/2014/main" id="{9285FD67-30B1-4333-84E7-84D9645A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43575"/>
            <a:ext cx="3000375" cy="514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</p:sp>
      <p:sp>
        <p:nvSpPr>
          <p:cNvPr id="17" name="decision-mode-number-equals-n-label">
            <a:extLst xmlns:a="http://schemas.openxmlformats.org/drawingml/2006/main">
              <a:ext uri="{FF2B5EF4-FFF2-40B4-BE49-F238E27FC236}">
                <a16:creationId xmlns:a16="http://schemas.microsoft.com/office/drawing/2014/main" id="{3A8AFF98-BFE4-41C7-AA6A-F602009C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829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 number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18" name="obtain-final-decomposition">
            <a:extLst xmlns:a="http://schemas.openxmlformats.org/drawingml/2006/main">
              <a:ext uri="{FF2B5EF4-FFF2-40B4-BE49-F238E27FC236}">
                <a16:creationId xmlns:a16="http://schemas.microsoft.com/office/drawing/2014/main" id="{BA532F31-F618-4881-B4CC-326508A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572250"/>
            <a:ext cx="300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Obtain the decomposition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mode/modes</a:t>
            </a:r>
          </a:p>
        </p:txBody>
      </p:sp>
      <p:sp>
        <p:nvSpPr>
          <p:cNvPr id="19" name="compute-autocorrelation">
            <a:extLst xmlns:a="http://schemas.openxmlformats.org/drawingml/2006/main">
              <a:ext uri="{FF2B5EF4-FFF2-40B4-BE49-F238E27FC236}">
                <a16:creationId xmlns:a16="http://schemas.microsoft.com/office/drawing/2014/main" id="{A26D1051-612E-46CD-ADC9-B5452FDC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247775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Compute  autocorrelation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Rₖⁱ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of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decomposed mode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uₖⁱ</a:t>
            </a:r>
          </a:p>
        </p:txBody>
      </p:sp>
      <p:sp>
        <p:nvSpPr>
          <p:cNvPr id="20" name="estimate-period-from-local-maximum">
            <a:extLst xmlns:a="http://schemas.openxmlformats.org/drawingml/2006/main">
              <a:ext uri="{FF2B5EF4-FFF2-40B4-BE49-F238E27FC236}">
                <a16:creationId xmlns:a16="http://schemas.microsoft.com/office/drawing/2014/main" id="{23DAF4CF-1FBF-4CAA-A6D5-565FF55A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71675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Find the local maximum value of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Rₖⁱ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get estimated period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Tₖⁱ</a:t>
            </a:r>
          </a:p>
        </p:txBody>
      </p:sp>
      <p:sp>
        <p:nvSpPr>
          <p:cNvPr id="21" name="compute-ck-for-all-modes">
            <a:extLst xmlns:a="http://schemas.openxmlformats.org/drawingml/2006/main">
              <a:ext uri="{FF2B5EF4-FFF2-40B4-BE49-F238E27FC236}">
                <a16:creationId xmlns:a16="http://schemas.microsoft.com/office/drawing/2014/main" id="{9730010E-81F4-402F-A301-CD8750A8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95775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Compute  CK value of all modes</a:t>
            </a:r>
          </a:p>
        </p:txBody>
      </p:sp>
      <p:sp>
        <p:nvSpPr>
          <p:cNvPr id="22" name="abandon-lower-ck-mode">
            <a:extLst xmlns:a="http://schemas.openxmlformats.org/drawingml/2006/main">
              <a:ext uri="{FF2B5EF4-FFF2-40B4-BE49-F238E27FC236}">
                <a16:creationId xmlns:a16="http://schemas.microsoft.com/office/drawing/2014/main" id="{E31E262B-E3EA-494A-8968-8451D71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29200"/>
            <a:ext cx="3000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9494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Abandon the one with less CK from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two modes with </a:t>
            </a: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CCₘₐₓ</a:t>
            </a:r>
          </a:p>
        </p:txBody>
      </p:sp>
      <p:sp>
        <p:nvSpPr>
          <p:cNvPr id="23" name="period-input-port">
            <a:extLst xmlns:a="http://schemas.openxmlformats.org/drawingml/2006/main">
              <a:ext uri="{FF2B5EF4-FFF2-40B4-BE49-F238E27FC236}">
                <a16:creationId xmlns:a16="http://schemas.microsoft.com/office/drawing/2014/main" id="{773D0033-ABC5-43EB-B857-782447E5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1857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period-feedback-port">
            <a:extLst xmlns:a="http://schemas.openxmlformats.org/drawingml/2006/main">
              <a:ext uri="{FF2B5EF4-FFF2-40B4-BE49-F238E27FC236}">
                <a16:creationId xmlns:a16="http://schemas.microsoft.com/office/drawing/2014/main" id="{34803132-39F0-403E-BC00-1F0BDCA7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609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mode-input-port">
            <a:extLst xmlns:a="http://schemas.openxmlformats.org/drawingml/2006/main">
              <a:ext uri="{FF2B5EF4-FFF2-40B4-BE49-F238E27FC236}">
                <a16:creationId xmlns:a16="http://schemas.microsoft.com/office/drawing/2014/main" id="{9252A05D-A456-44E7-BA6C-AB6FC6A3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4914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mode-input-bend-port">
            <a:extLst xmlns:a="http://schemas.openxmlformats.org/drawingml/2006/main">
              <a:ext uri="{FF2B5EF4-FFF2-40B4-BE49-F238E27FC236}">
                <a16:creationId xmlns:a16="http://schemas.microsoft.com/office/drawing/2014/main" id="{360518F9-4FCE-4767-AD2C-3FA14D8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4914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mode-feedback-port">
            <a:extLst xmlns:a="http://schemas.openxmlformats.org/drawingml/2006/main">
              <a:ext uri="{FF2B5EF4-FFF2-40B4-BE49-F238E27FC236}">
                <a16:creationId xmlns:a16="http://schemas.microsoft.com/office/drawing/2014/main" id="{5E79124A-502E-4A22-9AE5-6BA5A9F4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5143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shared-return-bus-output-port">
            <a:extLst xmlns:a="http://schemas.openxmlformats.org/drawingml/2006/main">
              <a:ext uri="{FF2B5EF4-FFF2-40B4-BE49-F238E27FC236}">
                <a16:creationId xmlns:a16="http://schemas.microsoft.com/office/drawing/2014/main" id="{0B44EEB6-01E4-4E21-BD1A-36DFFEF9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8" y="1857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100263" y="6762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cxnSp>
        <p:nvCxnSpPr>
          <p:cNvPr id="186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100263" y="14097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cxnSp>
        <p:nvCxnSpPr>
          <p:cNvPr id="18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100263" y="28860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cxnSp>
        <p:nvCxnSpPr>
          <p:cNvPr id="188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100263" y="37242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cxnSp>
        <p:nvCxnSpPr>
          <p:cNvPr id="189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100263" y="54197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cxnSp>
        <p:nvCxnSpPr>
          <p:cNvPr id="190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100263" y="62579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sp>
        <p:nvSpPr>
          <p:cNvPr id="35" name="shared-return-bus">
            <a:extLst xmlns:a="http://schemas.openxmlformats.org/drawingml/2006/main">
              <a:ext uri="{FF2B5EF4-FFF2-40B4-BE49-F238E27FC236}">
                <a16:creationId xmlns:a16="http://schemas.microsoft.com/office/drawing/2014/main" id="{CB657ED9-9C1D-42A5-94AA-9BA404B6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62138"/>
            <a:ext cx="0" cy="4129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6" name="decision-one-n-branch">
            <a:extLst xmlns:a="http://schemas.openxmlformats.org/drawingml/2006/main">
              <a:ext uri="{FF2B5EF4-FFF2-40B4-BE49-F238E27FC236}">
                <a16:creationId xmlns:a16="http://schemas.microsoft.com/office/drawing/2014/main" id="{B25376AA-F90D-4EFC-8074-5BF692DF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4575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7" name="decision-two-n-branch">
            <a:extLst xmlns:a="http://schemas.openxmlformats.org/drawingml/2006/main">
              <a:ext uri="{FF2B5EF4-FFF2-40B4-BE49-F238E27FC236}">
                <a16:creationId xmlns:a16="http://schemas.microsoft.com/office/drawing/2014/main" id="{471387D1-43BB-47B5-8A43-75F3608D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9912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cxnSp>
        <p:nvCxnSpPr>
          <p:cNvPr id="194" name=""/>
          <p:cNvCxnSpPr>
            <a:stCxn xmlns:a="http://schemas.openxmlformats.org/drawingml/2006/main" id="2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3" y="1862138"/>
            <a:ext cx="36671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cxnSp>
        <p:nvCxnSpPr>
          <p:cNvPr id="195" name=""/>
          <p:cNvCxnSpPr>
            <a:stCxn xmlns:a="http://schemas.openxmlformats.org/drawingml/2006/main" id="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600450" y="1862138"/>
            <a:ext cx="41433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sp>
        <p:nvSpPr>
          <p:cNvPr id="40" name="period-feedback-down">
            <a:extLst xmlns:a="http://schemas.openxmlformats.org/drawingml/2006/main">
              <a:ext uri="{FF2B5EF4-FFF2-40B4-BE49-F238E27FC236}">
                <a16:creationId xmlns:a16="http://schemas.microsoft.com/office/drawing/2014/main" id="{E9EB7C3C-3FD5-4854-B19F-274DD48D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1" name="period-feedback-left">
            <a:extLst xmlns:a="http://schemas.openxmlformats.org/drawingml/2006/main">
              <a:ext uri="{FF2B5EF4-FFF2-40B4-BE49-F238E27FC236}">
                <a16:creationId xmlns:a16="http://schemas.microsoft.com/office/drawing/2014/main" id="{2938FA1E-DB5A-4028-A957-EAD6A00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2" name="period-feedback-up">
            <a:extLst xmlns:a="http://schemas.openxmlformats.org/drawingml/2006/main">
              <a:ext uri="{FF2B5EF4-FFF2-40B4-BE49-F238E27FC236}">
                <a16:creationId xmlns:a16="http://schemas.microsoft.com/office/drawing/2014/main" id="{61AAA212-341B-42B4-BF58-E6A3FC66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4613"/>
            <a:ext cx="0" cy="414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cxnSp>
        <p:nvCxnSpPr>
          <p:cNvPr id="199" name=""/>
          <p:cNvCxnSpPr>
            <a:stCxn xmlns:a="http://schemas.openxmlformats.org/drawingml/2006/main" id="24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600450" y="2614613"/>
            <a:ext cx="20478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sp>
        <p:nvSpPr>
          <p:cNvPr id="44" name="mode-input-first">
            <a:extLst xmlns:a="http://schemas.openxmlformats.org/drawingml/2006/main">
              <a:ext uri="{FF2B5EF4-FFF2-40B4-BE49-F238E27FC236}">
                <a16:creationId xmlns:a16="http://schemas.microsoft.com/office/drawing/2014/main" id="{FA54CA72-B242-4092-AB34-1F18A66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5" name="mode-input-down">
            <a:extLst xmlns:a="http://schemas.openxmlformats.org/drawingml/2006/main">
              <a:ext uri="{FF2B5EF4-FFF2-40B4-BE49-F238E27FC236}">
                <a16:creationId xmlns:a16="http://schemas.microsoft.com/office/drawing/2014/main" id="{F8616AC0-16B2-4909-BE22-9205ECAB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0" cy="614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26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814763" y="4919663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sp>
        <p:nvSpPr>
          <p:cNvPr id="47" name="mode-feedback-down">
            <a:extLst xmlns:a="http://schemas.openxmlformats.org/drawingml/2006/main">
              <a:ext uri="{FF2B5EF4-FFF2-40B4-BE49-F238E27FC236}">
                <a16:creationId xmlns:a16="http://schemas.microsoft.com/office/drawing/2014/main" id="{50A4C3EB-80DA-47B9-8FE3-F58AD15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87692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8" name="mode-feedback-left">
            <a:extLst xmlns:a="http://schemas.openxmlformats.org/drawingml/2006/main">
              <a:ext uri="{FF2B5EF4-FFF2-40B4-BE49-F238E27FC236}">
                <a16:creationId xmlns:a16="http://schemas.microsoft.com/office/drawing/2014/main" id="{D77B3AD7-2BA4-495A-9583-4DC24155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07695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9" name="mode-feedback-up">
            <a:extLst xmlns:a="http://schemas.openxmlformats.org/drawingml/2006/main">
              <a:ext uri="{FF2B5EF4-FFF2-40B4-BE49-F238E27FC236}">
                <a16:creationId xmlns:a16="http://schemas.microsoft.com/office/drawing/2014/main" id="{A3950382-C423-4E41-A001-1EC8CD43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48263"/>
            <a:ext cx="0" cy="928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27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3600450" y="5148263"/>
            <a:ext cx="20478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0000"/>
            </a:solidFill>
            <a:prstDash val="solid"/>
            <a:miter/>
            <a:tailEnd type="triangle" w="med" len="med"/>
          </a:ln>
        </p:spPr>
      </p:cxnSp>
      <p:sp>
        <p:nvSpPr>
          <p:cNvPr id="51" name="decision-one-no-label">
            <a:extLst xmlns:a="http://schemas.openxmlformats.org/drawingml/2006/main">
              <a:ext uri="{FF2B5EF4-FFF2-40B4-BE49-F238E27FC236}">
                <a16:creationId xmlns:a16="http://schemas.microsoft.com/office/drawing/2014/main" id="{559A85FC-876E-4292-82C8-5E984DA4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09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52" name="decision-one-yes-label">
            <a:extLst xmlns:a="http://schemas.openxmlformats.org/drawingml/2006/main">
              <a:ext uri="{FF2B5EF4-FFF2-40B4-BE49-F238E27FC236}">
                <a16:creationId xmlns:a16="http://schemas.microsoft.com/office/drawing/2014/main" id="{7853B90D-6B1A-41D6-BC94-EBCBFA44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0047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53" name="decision-two-no-label">
            <a:extLst xmlns:a="http://schemas.openxmlformats.org/drawingml/2006/main">
              <a:ext uri="{FF2B5EF4-FFF2-40B4-BE49-F238E27FC236}">
                <a16:creationId xmlns:a16="http://schemas.microsoft.com/office/drawing/2014/main" id="{A172EBC8-8BAF-4BB8-96DF-1893161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626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54" name="decision-two-yes-label">
            <a:extLst xmlns:a="http://schemas.openxmlformats.org/drawingml/2006/main">
              <a:ext uri="{FF2B5EF4-FFF2-40B4-BE49-F238E27FC236}">
                <a16:creationId xmlns:a16="http://schemas.microsoft.com/office/drawing/2014/main" id="{38DBD109-1429-4E0D-8756-E1EEBC8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31507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05" name="period-estimation-header-label">
            <a:extLst xmlns:a="http://schemas.openxmlformats.org/drawingml/2006/main">
              <a:ext uri="{FF2B5EF4-FFF2-40B4-BE49-F238E27FC236}">
                <a16:creationId xmlns:a16="http://schemas.microsoft.com/office/drawing/2014/main" id="{365E5257-210C-47A1-9C0A-18A1E2D7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0550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Period Estimation</a:t>
            </a:r>
          </a:p>
        </p:txBody>
      </p:sp>
      <p:sp>
        <p:nvSpPr>
          <p:cNvPr id="106" name="mode-selection-header-label">
            <a:extLst xmlns:a="http://schemas.openxmlformats.org/drawingml/2006/main">
              <a:ext uri="{FF2B5EF4-FFF2-40B4-BE49-F238E27FC236}">
                <a16:creationId xmlns:a16="http://schemas.microsoft.com/office/drawing/2014/main" id="{9FA430E1-328F-42B9-A549-ED5434AD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 Selection</a:t>
            </a:r>
          </a:p>
        </p:txBody>
      </p:sp>
    </p:spTree>
    <p:extLst>
      <p:ext uri="{BB962C8B-B14F-4D97-AF65-F5344CB8AC3E}">
        <p14:creationId xmlns:p14="http://schemas.microsoft.com/office/powerpoint/2010/main" val="1454273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2026-08-08T15:23:15.8970000Z</dcterms:created>
  <dcterms:modified xsi:type="dcterms:W3CDTF">2026-08-08T15:23:15.8970000Z</dcterms:modified>
</coreProperties>
</file>